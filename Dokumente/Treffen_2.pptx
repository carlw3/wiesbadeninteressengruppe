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3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9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158B60B-D2DD-44E1-971B-422A3BF101CA}">
          <p14:sldIdLst>
            <p14:sldId id="256"/>
            <p14:sldId id="271"/>
          </p14:sldIdLst>
        </p14:section>
        <p14:section name="Theorie" id="{F1620BDD-E20E-41E3-8D0D-63142FB947EC}">
          <p14:sldIdLst>
            <p14:sldId id="273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Ideen und Inspiration" id="{8097A90D-84F9-4E18-90D5-1F1314A2A0D6}">
          <p14:sldIdLst/>
        </p14:section>
        <p14:section name="Python Start" id="{07890CF2-917D-457C-A412-47AF5754A2B4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9F702-AA30-4DA7-8A14-9E8754633347}" v="77" dt="2025-11-02T07:01:28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948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-Philip Wenz" userId="ab85a2b9b6d7dc01" providerId="LiveId" clId="{A651CECB-4A16-4E1F-9771-303000754BE4}"/>
    <pc:docChg chg="custSel addSld delSld modSld modSection">
      <pc:chgData name="Carl-Philip Wenz" userId="ab85a2b9b6d7dc01" providerId="LiveId" clId="{A651CECB-4A16-4E1F-9771-303000754BE4}" dt="2025-11-04T16:21:40.939" v="387" actId="14100"/>
      <pc:docMkLst>
        <pc:docMk/>
      </pc:docMkLst>
      <pc:sldChg chg="modSp mod">
        <pc:chgData name="Carl-Philip Wenz" userId="ab85a2b9b6d7dc01" providerId="LiveId" clId="{A651CECB-4A16-4E1F-9771-303000754BE4}" dt="2025-11-02T06:44:41.411" v="15" actId="13822"/>
        <pc:sldMkLst>
          <pc:docMk/>
          <pc:sldMk cId="913307561" sldId="271"/>
        </pc:sldMkLst>
        <pc:spChg chg="mod">
          <ac:chgData name="Carl-Philip Wenz" userId="ab85a2b9b6d7dc01" providerId="LiveId" clId="{A651CECB-4A16-4E1F-9771-303000754BE4}" dt="2025-11-02T06:44:25.442" v="4" actId="20577"/>
          <ac:spMkLst>
            <pc:docMk/>
            <pc:sldMk cId="913307561" sldId="271"/>
            <ac:spMk id="2" creationId="{6DB19B3C-FDA9-5A29-F3D7-CAE07973A53F}"/>
          </ac:spMkLst>
        </pc:spChg>
        <pc:spChg chg="mod">
          <ac:chgData name="Carl-Philip Wenz" userId="ab85a2b9b6d7dc01" providerId="LiveId" clId="{A651CECB-4A16-4E1F-9771-303000754BE4}" dt="2025-11-02T06:44:41.411" v="15" actId="13822"/>
          <ac:spMkLst>
            <pc:docMk/>
            <pc:sldMk cId="913307561" sldId="271"/>
            <ac:spMk id="3" creationId="{823B9DC6-2BFC-D33F-331C-3B2E77C4C199}"/>
          </ac:spMkLst>
        </pc:spChg>
      </pc:sldChg>
      <pc:sldChg chg="delSp modSp mod">
        <pc:chgData name="Carl-Philip Wenz" userId="ab85a2b9b6d7dc01" providerId="LiveId" clId="{A651CECB-4A16-4E1F-9771-303000754BE4}" dt="2025-11-04T16:21:19.684" v="359" actId="1076"/>
        <pc:sldMkLst>
          <pc:docMk/>
          <pc:sldMk cId="1090503018" sldId="294"/>
        </pc:sldMkLst>
        <pc:spChg chg="mod">
          <ac:chgData name="Carl-Philip Wenz" userId="ab85a2b9b6d7dc01" providerId="LiveId" clId="{A651CECB-4A16-4E1F-9771-303000754BE4}" dt="2025-11-04T16:21:19.684" v="359" actId="1076"/>
          <ac:spMkLst>
            <pc:docMk/>
            <pc:sldMk cId="1090503018" sldId="294"/>
            <ac:spMk id="6" creationId="{47A28E23-E566-1769-2BA1-101786B6AE72}"/>
          </ac:spMkLst>
        </pc:spChg>
      </pc:sldChg>
      <pc:sldChg chg="delSp modSp mod delAnim">
        <pc:chgData name="Carl-Philip Wenz" userId="ab85a2b9b6d7dc01" providerId="LiveId" clId="{A651CECB-4A16-4E1F-9771-303000754BE4}" dt="2025-11-04T16:21:40.939" v="387" actId="14100"/>
        <pc:sldMkLst>
          <pc:docMk/>
          <pc:sldMk cId="552079434" sldId="295"/>
        </pc:sldMkLst>
        <pc:spChg chg="mod">
          <ac:chgData name="Carl-Philip Wenz" userId="ab85a2b9b6d7dc01" providerId="LiveId" clId="{A651CECB-4A16-4E1F-9771-303000754BE4}" dt="2025-11-02T07:00:26.969" v="351" actId="20577"/>
          <ac:spMkLst>
            <pc:docMk/>
            <pc:sldMk cId="552079434" sldId="295"/>
            <ac:spMk id="3" creationId="{83D0DDCF-F9B1-B510-CBDF-93B0AC8A8E5F}"/>
          </ac:spMkLst>
        </pc:spChg>
        <pc:spChg chg="mod">
          <ac:chgData name="Carl-Philip Wenz" userId="ab85a2b9b6d7dc01" providerId="LiveId" clId="{A651CECB-4A16-4E1F-9771-303000754BE4}" dt="2025-11-04T16:21:40.939" v="387" actId="14100"/>
          <ac:spMkLst>
            <pc:docMk/>
            <pc:sldMk cId="552079434" sldId="295"/>
            <ac:spMk id="5" creationId="{8ADC1C0F-7C92-4C29-1F4B-4C0AADC50000}"/>
          </ac:spMkLst>
        </pc:spChg>
      </pc:sldChg>
      <pc:sldChg chg="addSp modSp new">
        <pc:chgData name="Carl-Philip Wenz" userId="ab85a2b9b6d7dc01" providerId="LiveId" clId="{A651CECB-4A16-4E1F-9771-303000754BE4}" dt="2025-11-02T06:45:58.037" v="26" actId="1076"/>
        <pc:sldMkLst>
          <pc:docMk/>
          <pc:sldMk cId="1639025962" sldId="296"/>
        </pc:sldMkLst>
        <pc:picChg chg="add mod">
          <ac:chgData name="Carl-Philip Wenz" userId="ab85a2b9b6d7dc01" providerId="LiveId" clId="{A651CECB-4A16-4E1F-9771-303000754BE4}" dt="2025-11-02T06:45:58.037" v="26" actId="1076"/>
          <ac:picMkLst>
            <pc:docMk/>
            <pc:sldMk cId="1639025962" sldId="296"/>
            <ac:picMk id="1026" creationId="{83A9417E-6543-85CD-71F8-8CDDBD9272BA}"/>
          </ac:picMkLst>
        </pc:picChg>
      </pc:sldChg>
      <pc:sldChg chg="addSp delSp modSp new mod">
        <pc:chgData name="Carl-Philip Wenz" userId="ab85a2b9b6d7dc01" providerId="LiveId" clId="{A651CECB-4A16-4E1F-9771-303000754BE4}" dt="2025-11-02T06:50:03.273" v="89" actId="14100"/>
        <pc:sldMkLst>
          <pc:docMk/>
          <pc:sldMk cId="2124828486" sldId="297"/>
        </pc:sldMkLst>
        <pc:spChg chg="add mod">
          <ac:chgData name="Carl-Philip Wenz" userId="ab85a2b9b6d7dc01" providerId="LiveId" clId="{A651CECB-4A16-4E1F-9771-303000754BE4}" dt="2025-11-02T06:49:20.163" v="79" actId="1076"/>
          <ac:spMkLst>
            <pc:docMk/>
            <pc:sldMk cId="2124828486" sldId="297"/>
            <ac:spMk id="4" creationId="{9903722A-054A-DFD1-CB5B-A42BFEEDC44B}"/>
          </ac:spMkLst>
        </pc:spChg>
        <pc:picChg chg="add mod">
          <ac:chgData name="Carl-Philip Wenz" userId="ab85a2b9b6d7dc01" providerId="LiveId" clId="{A651CECB-4A16-4E1F-9771-303000754BE4}" dt="2025-11-02T06:50:03.273" v="89" actId="14100"/>
          <ac:picMkLst>
            <pc:docMk/>
            <pc:sldMk cId="2124828486" sldId="297"/>
            <ac:picMk id="2050" creationId="{AED1AC42-1072-255A-5313-095D4E60575D}"/>
          </ac:picMkLst>
        </pc:picChg>
        <pc:picChg chg="add mod">
          <ac:chgData name="Carl-Philip Wenz" userId="ab85a2b9b6d7dc01" providerId="LiveId" clId="{A651CECB-4A16-4E1F-9771-303000754BE4}" dt="2025-11-02T06:49:11.885" v="78" actId="14100"/>
          <ac:picMkLst>
            <pc:docMk/>
            <pc:sldMk cId="2124828486" sldId="297"/>
            <ac:picMk id="2052" creationId="{E9A1912A-E3E2-8593-2293-83DE0057BDD1}"/>
          </ac:picMkLst>
        </pc:picChg>
        <pc:cxnChg chg="add mod">
          <ac:chgData name="Carl-Philip Wenz" userId="ab85a2b9b6d7dc01" providerId="LiveId" clId="{A651CECB-4A16-4E1F-9771-303000754BE4}" dt="2025-11-02T06:48:53.660" v="74" actId="14100"/>
          <ac:cxnSpMkLst>
            <pc:docMk/>
            <pc:sldMk cId="2124828486" sldId="297"/>
            <ac:cxnSpMk id="6" creationId="{F8478977-ECA5-AB65-96C2-0607E6CF09C8}"/>
          </ac:cxnSpMkLst>
        </pc:cxnChg>
        <pc:cxnChg chg="add mod">
          <ac:chgData name="Carl-Philip Wenz" userId="ab85a2b9b6d7dc01" providerId="LiveId" clId="{A651CECB-4A16-4E1F-9771-303000754BE4}" dt="2025-11-02T06:48:53.660" v="74" actId="14100"/>
          <ac:cxnSpMkLst>
            <pc:docMk/>
            <pc:sldMk cId="2124828486" sldId="297"/>
            <ac:cxnSpMk id="7" creationId="{BB0FB39C-FA65-22FB-F5EC-250F1327D9A9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8" creationId="{60727B8D-57FD-6B59-1F4D-60B9BFB2B319}"/>
          </ac:cxnSpMkLst>
        </pc:cxnChg>
        <pc:cxnChg chg="add mod">
          <ac:chgData name="Carl-Philip Wenz" userId="ab85a2b9b6d7dc01" providerId="LiveId" clId="{A651CECB-4A16-4E1F-9771-303000754BE4}" dt="2025-11-02T06:48:53.660" v="74" actId="14100"/>
          <ac:cxnSpMkLst>
            <pc:docMk/>
            <pc:sldMk cId="2124828486" sldId="297"/>
            <ac:cxnSpMk id="9" creationId="{C7399BA9-B1DF-9946-F261-EBBD858E346E}"/>
          </ac:cxnSpMkLst>
        </pc:cxnChg>
        <pc:cxnChg chg="add mod">
          <ac:chgData name="Carl-Philip Wenz" userId="ab85a2b9b6d7dc01" providerId="LiveId" clId="{A651CECB-4A16-4E1F-9771-303000754BE4}" dt="2025-11-02T06:48:07.943" v="55" actId="1076"/>
          <ac:cxnSpMkLst>
            <pc:docMk/>
            <pc:sldMk cId="2124828486" sldId="297"/>
            <ac:cxnSpMk id="11" creationId="{A613F36F-69EE-FB96-9CE4-CDE3A645B86B}"/>
          </ac:cxnSpMkLst>
        </pc:cxnChg>
        <pc:cxnChg chg="add mod">
          <ac:chgData name="Carl-Philip Wenz" userId="ab85a2b9b6d7dc01" providerId="LiveId" clId="{A651CECB-4A16-4E1F-9771-303000754BE4}" dt="2025-11-02T06:48:16.632" v="60" actId="1076"/>
          <ac:cxnSpMkLst>
            <pc:docMk/>
            <pc:sldMk cId="2124828486" sldId="297"/>
            <ac:cxnSpMk id="12" creationId="{DC107769-FEDB-2276-9F35-0DF7788D3472}"/>
          </ac:cxnSpMkLst>
        </pc:cxnChg>
        <pc:cxnChg chg="add mod">
          <ac:chgData name="Carl-Philip Wenz" userId="ab85a2b9b6d7dc01" providerId="LiveId" clId="{A651CECB-4A16-4E1F-9771-303000754BE4}" dt="2025-11-02T06:48:17.944" v="61" actId="1076"/>
          <ac:cxnSpMkLst>
            <pc:docMk/>
            <pc:sldMk cId="2124828486" sldId="297"/>
            <ac:cxnSpMk id="13" creationId="{10348747-11F7-0451-3FE6-39AFDC051CE0}"/>
          </ac:cxnSpMkLst>
        </pc:cxnChg>
        <pc:cxnChg chg="add mod">
          <ac:chgData name="Carl-Philip Wenz" userId="ab85a2b9b6d7dc01" providerId="LiveId" clId="{A651CECB-4A16-4E1F-9771-303000754BE4}" dt="2025-11-02T06:48:24.349" v="63" actId="1076"/>
          <ac:cxnSpMkLst>
            <pc:docMk/>
            <pc:sldMk cId="2124828486" sldId="297"/>
            <ac:cxnSpMk id="14" creationId="{C0D575DC-B6A7-EFB2-5F79-E43476D13C83}"/>
          </ac:cxnSpMkLst>
        </pc:cxnChg>
        <pc:cxnChg chg="add mod">
          <ac:chgData name="Carl-Philip Wenz" userId="ab85a2b9b6d7dc01" providerId="LiveId" clId="{A651CECB-4A16-4E1F-9771-303000754BE4}" dt="2025-11-02T06:48:24.349" v="63" actId="1076"/>
          <ac:cxnSpMkLst>
            <pc:docMk/>
            <pc:sldMk cId="2124828486" sldId="297"/>
            <ac:cxnSpMk id="15" creationId="{408F5EB6-1D70-2A0B-B20C-5E627596815C}"/>
          </ac:cxnSpMkLst>
        </pc:cxnChg>
        <pc:cxnChg chg="add mod">
          <ac:chgData name="Carl-Philip Wenz" userId="ab85a2b9b6d7dc01" providerId="LiveId" clId="{A651CECB-4A16-4E1F-9771-303000754BE4}" dt="2025-11-02T06:48:24.349" v="63" actId="1076"/>
          <ac:cxnSpMkLst>
            <pc:docMk/>
            <pc:sldMk cId="2124828486" sldId="297"/>
            <ac:cxnSpMk id="16" creationId="{9D0E2BD7-CD32-84B1-2A87-484779A93E34}"/>
          </ac:cxnSpMkLst>
        </pc:cxnChg>
        <pc:cxnChg chg="add mod">
          <ac:chgData name="Carl-Philip Wenz" userId="ab85a2b9b6d7dc01" providerId="LiveId" clId="{A651CECB-4A16-4E1F-9771-303000754BE4}" dt="2025-11-02T06:48:28.051" v="65" actId="1076"/>
          <ac:cxnSpMkLst>
            <pc:docMk/>
            <pc:sldMk cId="2124828486" sldId="297"/>
            <ac:cxnSpMk id="17" creationId="{4CAD8435-666D-A4C0-90FA-CB8A5AC54968}"/>
          </ac:cxnSpMkLst>
        </pc:cxnChg>
        <pc:cxnChg chg="add mod">
          <ac:chgData name="Carl-Philip Wenz" userId="ab85a2b9b6d7dc01" providerId="LiveId" clId="{A651CECB-4A16-4E1F-9771-303000754BE4}" dt="2025-11-02T06:48:28.051" v="65" actId="1076"/>
          <ac:cxnSpMkLst>
            <pc:docMk/>
            <pc:sldMk cId="2124828486" sldId="297"/>
            <ac:cxnSpMk id="18" creationId="{40E70122-62A7-C8E8-FBC9-E2D502A6F6CA}"/>
          </ac:cxnSpMkLst>
        </pc:cxnChg>
        <pc:cxnChg chg="add mod">
          <ac:chgData name="Carl-Philip Wenz" userId="ab85a2b9b6d7dc01" providerId="LiveId" clId="{A651CECB-4A16-4E1F-9771-303000754BE4}" dt="2025-11-02T06:48:28.051" v="65" actId="1076"/>
          <ac:cxnSpMkLst>
            <pc:docMk/>
            <pc:sldMk cId="2124828486" sldId="297"/>
            <ac:cxnSpMk id="19" creationId="{F9BF584C-10C3-8E1C-7658-8F2DEF17A581}"/>
          </ac:cxnSpMkLst>
        </pc:cxnChg>
        <pc:cxnChg chg="add mod">
          <ac:chgData name="Carl-Philip Wenz" userId="ab85a2b9b6d7dc01" providerId="LiveId" clId="{A651CECB-4A16-4E1F-9771-303000754BE4}" dt="2025-11-02T06:48:30.660" v="67" actId="1076"/>
          <ac:cxnSpMkLst>
            <pc:docMk/>
            <pc:sldMk cId="2124828486" sldId="297"/>
            <ac:cxnSpMk id="20" creationId="{CA991FFD-316E-CECE-3BF1-E182595A74FE}"/>
          </ac:cxnSpMkLst>
        </pc:cxnChg>
        <pc:cxnChg chg="add mod">
          <ac:chgData name="Carl-Philip Wenz" userId="ab85a2b9b6d7dc01" providerId="LiveId" clId="{A651CECB-4A16-4E1F-9771-303000754BE4}" dt="2025-11-02T06:48:30.660" v="67" actId="1076"/>
          <ac:cxnSpMkLst>
            <pc:docMk/>
            <pc:sldMk cId="2124828486" sldId="297"/>
            <ac:cxnSpMk id="21" creationId="{9DA488E6-1B7A-1F9B-3B39-7660EA56B29C}"/>
          </ac:cxnSpMkLst>
        </pc:cxnChg>
        <pc:cxnChg chg="add mod">
          <ac:chgData name="Carl-Philip Wenz" userId="ab85a2b9b6d7dc01" providerId="LiveId" clId="{A651CECB-4A16-4E1F-9771-303000754BE4}" dt="2025-11-02T06:48:30.660" v="67" actId="1076"/>
          <ac:cxnSpMkLst>
            <pc:docMk/>
            <pc:sldMk cId="2124828486" sldId="297"/>
            <ac:cxnSpMk id="22" creationId="{F73D621D-5058-A958-CBC2-7F6C87D51AD2}"/>
          </ac:cxnSpMkLst>
        </pc:cxnChg>
        <pc:cxnChg chg="add mod">
          <ac:chgData name="Carl-Philip Wenz" userId="ab85a2b9b6d7dc01" providerId="LiveId" clId="{A651CECB-4A16-4E1F-9771-303000754BE4}" dt="2025-11-02T06:48:34.483" v="69" actId="1076"/>
          <ac:cxnSpMkLst>
            <pc:docMk/>
            <pc:sldMk cId="2124828486" sldId="297"/>
            <ac:cxnSpMk id="23" creationId="{2ABBAC7A-ED4C-1099-6B03-F849E634F9D7}"/>
          </ac:cxnSpMkLst>
        </pc:cxnChg>
        <pc:cxnChg chg="add mod">
          <ac:chgData name="Carl-Philip Wenz" userId="ab85a2b9b6d7dc01" providerId="LiveId" clId="{A651CECB-4A16-4E1F-9771-303000754BE4}" dt="2025-11-02T06:48:34.483" v="69" actId="1076"/>
          <ac:cxnSpMkLst>
            <pc:docMk/>
            <pc:sldMk cId="2124828486" sldId="297"/>
            <ac:cxnSpMk id="24" creationId="{01350737-2E4B-A538-CF82-7495D0706674}"/>
          </ac:cxnSpMkLst>
        </pc:cxnChg>
        <pc:cxnChg chg="add mod">
          <ac:chgData name="Carl-Philip Wenz" userId="ab85a2b9b6d7dc01" providerId="LiveId" clId="{A651CECB-4A16-4E1F-9771-303000754BE4}" dt="2025-11-02T06:48:34.483" v="69" actId="1076"/>
          <ac:cxnSpMkLst>
            <pc:docMk/>
            <pc:sldMk cId="2124828486" sldId="297"/>
            <ac:cxnSpMk id="25" creationId="{6ACC185F-8054-78AC-B03C-D6F76F0FDC74}"/>
          </ac:cxnSpMkLst>
        </pc:cxnChg>
        <pc:cxnChg chg="add mod">
          <ac:chgData name="Carl-Philip Wenz" userId="ab85a2b9b6d7dc01" providerId="LiveId" clId="{A651CECB-4A16-4E1F-9771-303000754BE4}" dt="2025-11-02T06:48:37.770" v="71" actId="1076"/>
          <ac:cxnSpMkLst>
            <pc:docMk/>
            <pc:sldMk cId="2124828486" sldId="297"/>
            <ac:cxnSpMk id="26" creationId="{EB4048A4-F8FE-5876-262B-F99F8D78CE3C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27" creationId="{5E922557-5E05-571E-C187-00E517546A09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28" creationId="{359EFC35-2E33-4081-95D4-5CD209416357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29" creationId="{E9934B5C-3543-EF63-B317-4AF45832B40D}"/>
          </ac:cxnSpMkLst>
        </pc:cxnChg>
        <pc:cxnChg chg="add mod">
          <ac:chgData name="Carl-Philip Wenz" userId="ab85a2b9b6d7dc01" providerId="LiveId" clId="{A651CECB-4A16-4E1F-9771-303000754BE4}" dt="2025-11-02T06:48:41.746" v="73" actId="1076"/>
          <ac:cxnSpMkLst>
            <pc:docMk/>
            <pc:sldMk cId="2124828486" sldId="297"/>
            <ac:cxnSpMk id="30" creationId="{D840E20D-A952-5450-73A8-0E5AAA17D852}"/>
          </ac:cxnSpMkLst>
        </pc:cxnChg>
        <pc:cxnChg chg="add mod">
          <ac:chgData name="Carl-Philip Wenz" userId="ab85a2b9b6d7dc01" providerId="LiveId" clId="{A651CECB-4A16-4E1F-9771-303000754BE4}" dt="2025-11-02T06:48:41.746" v="73" actId="1076"/>
          <ac:cxnSpMkLst>
            <pc:docMk/>
            <pc:sldMk cId="2124828486" sldId="297"/>
            <ac:cxnSpMk id="31" creationId="{81B479E5-448F-77BE-8852-5C4EEB12895B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36" creationId="{26DD1130-ACEC-12B5-70F2-6C866A4886A7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37" creationId="{E2FCE87D-1B44-FD31-4D83-2EB7C9AFF975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40" creationId="{B177F7DB-E8BD-42F2-BD02-4F428E024C6C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41" creationId="{7473ED8A-A8B7-9CAC-1F34-7F443E55A04D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43" creationId="{118950A7-1339-A47A-A769-0D3690B653AA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44" creationId="{ECAF8ABC-209F-0B49-47EC-87FDBC49D809}"/>
          </ac:cxnSpMkLst>
        </pc:cxnChg>
        <pc:cxnChg chg="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45" creationId="{81FDEF96-9375-166E-D51D-FA5F020078EC}"/>
          </ac:cxnSpMkLst>
        </pc:cxnChg>
        <pc:cxnChg chg="add 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49" creationId="{FFE71FA0-38BF-FE36-EC70-7EC03E744C7A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51" creationId="{DCD07F92-9C1D-5F8C-84C1-8F248F47CD7E}"/>
          </ac:cxnSpMkLst>
        </pc:cxnChg>
        <pc:cxnChg chg="mod">
          <ac:chgData name="Carl-Philip Wenz" userId="ab85a2b9b6d7dc01" providerId="LiveId" clId="{A651CECB-4A16-4E1F-9771-303000754BE4}" dt="2025-11-02T06:49:20.163" v="79" actId="1076"/>
          <ac:cxnSpMkLst>
            <pc:docMk/>
            <pc:sldMk cId="2124828486" sldId="297"/>
            <ac:cxnSpMk id="52" creationId="{A39CB3AD-BDCF-440E-C9B3-12C49D7DCFBB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54" creationId="{854066BB-C50F-361F-3504-2C3C11F2DDBF}"/>
          </ac:cxnSpMkLst>
        </pc:cxnChg>
        <pc:cxnChg chg="add mod">
          <ac:chgData name="Carl-Philip Wenz" userId="ab85a2b9b6d7dc01" providerId="LiveId" clId="{A651CECB-4A16-4E1F-9771-303000754BE4}" dt="2025-11-02T06:49:02.445" v="76" actId="1076"/>
          <ac:cxnSpMkLst>
            <pc:docMk/>
            <pc:sldMk cId="2124828486" sldId="297"/>
            <ac:cxnSpMk id="55" creationId="{8E1B55AE-9DB5-DDF3-96D1-DEA6EB8E76A0}"/>
          </ac:cxnSpMkLst>
        </pc:cxnChg>
      </pc:sldChg>
      <pc:sldChg chg="addSp delSp modSp new mod">
        <pc:chgData name="Carl-Philip Wenz" userId="ab85a2b9b6d7dc01" providerId="LiveId" clId="{A651CECB-4A16-4E1F-9771-303000754BE4}" dt="2025-11-02T06:51:09.115" v="124" actId="20577"/>
        <pc:sldMkLst>
          <pc:docMk/>
          <pc:sldMk cId="883983795" sldId="298"/>
        </pc:sldMkLst>
        <pc:spChg chg="add mod">
          <ac:chgData name="Carl-Philip Wenz" userId="ab85a2b9b6d7dc01" providerId="LiveId" clId="{A651CECB-4A16-4E1F-9771-303000754BE4}" dt="2025-11-02T06:51:09.115" v="124" actId="20577"/>
          <ac:spMkLst>
            <pc:docMk/>
            <pc:sldMk cId="883983795" sldId="298"/>
            <ac:spMk id="3" creationId="{6D3DAD5C-22FA-00A5-2F3C-30682415D14A}"/>
          </ac:spMkLst>
        </pc:spChg>
        <pc:picChg chg="add mod">
          <ac:chgData name="Carl-Philip Wenz" userId="ab85a2b9b6d7dc01" providerId="LiveId" clId="{A651CECB-4A16-4E1F-9771-303000754BE4}" dt="2025-11-02T06:50:53.170" v="97" actId="14100"/>
          <ac:picMkLst>
            <pc:docMk/>
            <pc:sldMk cId="883983795" sldId="298"/>
            <ac:picMk id="3076" creationId="{824178B9-1D7A-0D44-0479-0AF9B6C5498E}"/>
          </ac:picMkLst>
        </pc:picChg>
      </pc:sldChg>
      <pc:sldChg chg="addSp modSp new mod">
        <pc:chgData name="Carl-Philip Wenz" userId="ab85a2b9b6d7dc01" providerId="LiveId" clId="{A651CECB-4A16-4E1F-9771-303000754BE4}" dt="2025-11-02T06:52:42.942" v="157" actId="403"/>
        <pc:sldMkLst>
          <pc:docMk/>
          <pc:sldMk cId="1132707712" sldId="299"/>
        </pc:sldMkLst>
        <pc:spChg chg="add mod">
          <ac:chgData name="Carl-Philip Wenz" userId="ab85a2b9b6d7dc01" providerId="LiveId" clId="{A651CECB-4A16-4E1F-9771-303000754BE4}" dt="2025-11-02T06:52:42.942" v="157" actId="403"/>
          <ac:spMkLst>
            <pc:docMk/>
            <pc:sldMk cId="1132707712" sldId="299"/>
            <ac:spMk id="2" creationId="{1457873F-1892-3406-C1CA-F617A7455354}"/>
          </ac:spMkLst>
        </pc:spChg>
        <pc:picChg chg="add mod">
          <ac:chgData name="Carl-Philip Wenz" userId="ab85a2b9b6d7dc01" providerId="LiveId" clId="{A651CECB-4A16-4E1F-9771-303000754BE4}" dt="2025-11-02T06:52:17.222" v="130" actId="14100"/>
          <ac:picMkLst>
            <pc:docMk/>
            <pc:sldMk cId="1132707712" sldId="299"/>
            <ac:picMk id="4098" creationId="{69670CE9-D7E8-F57C-3B08-76E949FFA12F}"/>
          </ac:picMkLst>
        </pc:picChg>
      </pc:sldChg>
      <pc:sldChg chg="addSp modSp new mod">
        <pc:chgData name="Carl-Philip Wenz" userId="ab85a2b9b6d7dc01" providerId="LiveId" clId="{A651CECB-4A16-4E1F-9771-303000754BE4}" dt="2025-11-02T06:54:20.551" v="192" actId="403"/>
        <pc:sldMkLst>
          <pc:docMk/>
          <pc:sldMk cId="2113920795" sldId="300"/>
        </pc:sldMkLst>
        <pc:spChg chg="add mod">
          <ac:chgData name="Carl-Philip Wenz" userId="ab85a2b9b6d7dc01" providerId="LiveId" clId="{A651CECB-4A16-4E1F-9771-303000754BE4}" dt="2025-11-02T06:54:20.551" v="192" actId="403"/>
          <ac:spMkLst>
            <pc:docMk/>
            <pc:sldMk cId="2113920795" sldId="300"/>
            <ac:spMk id="2" creationId="{A60C22DF-3119-7BA7-7FEE-7FFB0A14BFAE}"/>
          </ac:spMkLst>
        </pc:spChg>
        <pc:spChg chg="add mod">
          <ac:chgData name="Carl-Philip Wenz" userId="ab85a2b9b6d7dc01" providerId="LiveId" clId="{A651CECB-4A16-4E1F-9771-303000754BE4}" dt="2025-11-02T06:53:53.803" v="179" actId="13822"/>
          <ac:spMkLst>
            <pc:docMk/>
            <pc:sldMk cId="2113920795" sldId="300"/>
            <ac:spMk id="3" creationId="{56A63ABD-FA38-850E-5CCC-122EAFD0A3AC}"/>
          </ac:spMkLst>
        </pc:spChg>
        <pc:spChg chg="add mod">
          <ac:chgData name="Carl-Philip Wenz" userId="ab85a2b9b6d7dc01" providerId="LiveId" clId="{A651CECB-4A16-4E1F-9771-303000754BE4}" dt="2025-11-02T06:54:09.848" v="185" actId="20577"/>
          <ac:spMkLst>
            <pc:docMk/>
            <pc:sldMk cId="2113920795" sldId="300"/>
            <ac:spMk id="7" creationId="{67E446BB-3E06-7654-8B03-4BAACA069C2C}"/>
          </ac:spMkLst>
        </pc:spChg>
        <pc:picChg chg="add mod">
          <ac:chgData name="Carl-Philip Wenz" userId="ab85a2b9b6d7dc01" providerId="LiveId" clId="{A651CECB-4A16-4E1F-9771-303000754BE4}" dt="2025-11-02T06:53:36.957" v="161" actId="1076"/>
          <ac:picMkLst>
            <pc:docMk/>
            <pc:sldMk cId="2113920795" sldId="300"/>
            <ac:picMk id="5122" creationId="{49293F30-1093-BBEC-F5DB-03518D319683}"/>
          </ac:picMkLst>
        </pc:picChg>
        <pc:cxnChg chg="add">
          <ac:chgData name="Carl-Philip Wenz" userId="ab85a2b9b6d7dc01" providerId="LiveId" clId="{A651CECB-4A16-4E1F-9771-303000754BE4}" dt="2025-11-02T06:53:58.340" v="180" actId="11529"/>
          <ac:cxnSpMkLst>
            <pc:docMk/>
            <pc:sldMk cId="2113920795" sldId="300"/>
            <ac:cxnSpMk id="5" creationId="{B760A40D-FB42-6BDC-1763-78464CA7F07C}"/>
          </ac:cxnSpMkLst>
        </pc:cxnChg>
        <pc:cxnChg chg="add mod">
          <ac:chgData name="Carl-Philip Wenz" userId="ab85a2b9b6d7dc01" providerId="LiveId" clId="{A651CECB-4A16-4E1F-9771-303000754BE4}" dt="2025-11-02T06:54:03.036" v="182" actId="1076"/>
          <ac:cxnSpMkLst>
            <pc:docMk/>
            <pc:sldMk cId="2113920795" sldId="300"/>
            <ac:cxnSpMk id="6" creationId="{DFC8A295-8850-127F-82BD-52AC057C6504}"/>
          </ac:cxnSpMkLst>
        </pc:cxnChg>
      </pc:sldChg>
      <pc:sldChg chg="addSp modSp new mod">
        <pc:chgData name="Carl-Philip Wenz" userId="ab85a2b9b6d7dc01" providerId="LiveId" clId="{A651CECB-4A16-4E1F-9771-303000754BE4}" dt="2025-11-02T06:58:44.808" v="259" actId="403"/>
        <pc:sldMkLst>
          <pc:docMk/>
          <pc:sldMk cId="2569378315" sldId="301"/>
        </pc:sldMkLst>
        <pc:graphicFrameChg chg="add mod modGraphic">
          <ac:chgData name="Carl-Philip Wenz" userId="ab85a2b9b6d7dc01" providerId="LiveId" clId="{A651CECB-4A16-4E1F-9771-303000754BE4}" dt="2025-11-02T06:58:44.808" v="259" actId="403"/>
          <ac:graphicFrameMkLst>
            <pc:docMk/>
            <pc:sldMk cId="2569378315" sldId="301"/>
            <ac:graphicFrameMk id="2" creationId="{D691114A-CF69-B168-4775-16B7041BBDFB}"/>
          </ac:graphicFrameMkLst>
        </pc:graphicFrameChg>
      </pc:sldChg>
      <pc:sldChg chg="addSp modSp new mod">
        <pc:chgData name="Carl-Philip Wenz" userId="ab85a2b9b6d7dc01" providerId="LiveId" clId="{A651CECB-4A16-4E1F-9771-303000754BE4}" dt="2025-11-02T07:01:28.101" v="358" actId="1076"/>
        <pc:sldMkLst>
          <pc:docMk/>
          <pc:sldMk cId="807804926" sldId="302"/>
        </pc:sldMkLst>
        <pc:spChg chg="add mod">
          <ac:chgData name="Carl-Philip Wenz" userId="ab85a2b9b6d7dc01" providerId="LiveId" clId="{A651CECB-4A16-4E1F-9771-303000754BE4}" dt="2025-11-02T06:59:50.160" v="306" actId="20577"/>
          <ac:spMkLst>
            <pc:docMk/>
            <pc:sldMk cId="807804926" sldId="302"/>
            <ac:spMk id="2" creationId="{7871AEB5-B065-8840-7BF5-EB6E24ADEDBD}"/>
          </ac:spMkLst>
        </pc:spChg>
        <pc:picChg chg="add mod">
          <ac:chgData name="Carl-Philip Wenz" userId="ab85a2b9b6d7dc01" providerId="LiveId" clId="{A651CECB-4A16-4E1F-9771-303000754BE4}" dt="2025-11-02T07:01:27.043" v="357" actId="1076"/>
          <ac:picMkLst>
            <pc:docMk/>
            <pc:sldMk cId="807804926" sldId="302"/>
            <ac:picMk id="1026" creationId="{63807F21-468A-375E-F910-3304664F3105}"/>
          </ac:picMkLst>
        </pc:picChg>
        <pc:picChg chg="add mod">
          <ac:chgData name="Carl-Philip Wenz" userId="ab85a2b9b6d7dc01" providerId="LiveId" clId="{A651CECB-4A16-4E1F-9771-303000754BE4}" dt="2025-11-02T07:01:28.101" v="358" actId="1076"/>
          <ac:picMkLst>
            <pc:docMk/>
            <pc:sldMk cId="807804926" sldId="302"/>
            <ac:picMk id="6146" creationId="{4C1CFE56-A415-1765-101A-2AE7405C42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239BA-96ED-372D-73A9-421CB99F0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A8611D-E315-A2C5-CEC6-8B855A977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33B400-1773-90C2-CD15-FF00E39C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FF9BF8-80C3-63DA-DB59-5503BC23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4F5DD4-FEC1-D863-2F98-34596695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69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1DBFE-B0AB-ADCB-29C9-21269DD7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D3062E-C2C8-92D6-430D-02E16673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C70E34-3AFA-F556-EB01-B315558A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87B1F3-D2D2-2D89-A1C6-2E9BECC4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F27555-616C-C43C-6241-3FA625C6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39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9CF153-210F-C0BE-C4CA-A68F267A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8DC50E-8B1F-372C-6A36-F79067EC4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64905B-6A3A-854D-E1E0-07FF375B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0E034D-28E5-D54F-DE10-9C7D9218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F27FD-A040-6FEA-60CA-976EFFE8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97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1C41E-ED8C-46A3-56F4-FBB4F33C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2218DC-A882-4853-F3E2-45CB1FCAD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359842-0EEE-4592-EA12-9B2106F3F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27E27D-49DC-3FD1-8860-7C0675E6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1C4FDB-E4ED-55EA-BB4B-8A47B26A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11720A-380E-A8DC-B108-1AD8C3F0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52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408AC-D65B-42F5-3C6A-4A20F788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1B5547-4B16-0A89-AAC6-1EDECF22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FE008E-8BBE-C484-17E2-02ED6922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C796D7-BC7D-8A45-F7FC-28EC2F0ED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F982A0-A26C-ED7E-1823-529FCF806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A13112D-1B02-A956-54F6-BC5182E5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B69FB6-1FD6-031C-8BAC-D4D6865F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95A1C3-037B-407B-5A11-03861BD5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80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4D366-11CB-1BB2-E308-8BD5910B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607EF0-F95B-F96A-F872-8749B997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8C459A-E0A5-C4B6-20DA-91B34B6F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D1CAB3-3ACE-FB97-C2A1-81A6CBDC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260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58FEC6-08A8-ACA9-CE4E-989B604E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D36E91-CC04-8EE0-4FDE-213ABC63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7ECCAE-552D-B47C-CB64-5E0787DC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 descr="Ein Bild, das Schwarz, Dunkelheit, Entwurf, Schwarzweiß enthält.&#10;&#10;KI-generierte Inhalte können fehlerhaft sein.">
            <a:extLst>
              <a:ext uri="{FF2B5EF4-FFF2-40B4-BE49-F238E27FC236}">
                <a16:creationId xmlns:a16="http://schemas.microsoft.com/office/drawing/2014/main" id="{AA3C0D70-312F-22BA-757E-9A204EB33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3" r="26407"/>
          <a:stretch>
            <a:fillRect/>
          </a:stretch>
        </p:blipFill>
        <p:spPr bwMode="auto">
          <a:xfrm>
            <a:off x="53272" y="27957"/>
            <a:ext cx="917804" cy="8075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E97BC48-F774-CED6-16BA-124AFFF14B35}"/>
              </a:ext>
            </a:extLst>
          </p:cNvPr>
          <p:cNvSpPr txBox="1"/>
          <p:nvPr userDrawn="1"/>
        </p:nvSpPr>
        <p:spPr>
          <a:xfrm>
            <a:off x="971076" y="247041"/>
            <a:ext cx="3877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Computer &amp; Elektronik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0E8A48F-FB50-3C3E-FDBD-0ADF78D9D2AA}"/>
              </a:ext>
            </a:extLst>
          </p:cNvPr>
          <p:cNvSpPr/>
          <p:nvPr userDrawn="1"/>
        </p:nvSpPr>
        <p:spPr>
          <a:xfrm>
            <a:off x="0" y="835458"/>
            <a:ext cx="455884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7E16ABC-D07F-06F7-BF97-A6EFC904C07B}"/>
              </a:ext>
            </a:extLst>
          </p:cNvPr>
          <p:cNvSpPr/>
          <p:nvPr userDrawn="1"/>
        </p:nvSpPr>
        <p:spPr>
          <a:xfrm>
            <a:off x="4513124" y="0"/>
            <a:ext cx="45719" cy="85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97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9D6A6-6B9F-52D6-801E-66DBD164E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57A76E-CFB5-5FA7-E438-A09E65ED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0D56F6-3741-AD89-2527-61F4FBF1F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E3B4D2-5091-14AE-2424-261B8631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3ACE5F-5EA8-778F-9CBC-A147E049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1A6911-C7DC-7EEB-C776-F13E27FB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43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47BD7-4892-A468-AEC7-268CEA16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5EBE2B-2B13-797F-3450-2D94DE022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C81EE9-F76F-158B-A9D5-D84572F39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6934AE-956C-BBD5-7C6F-2B9B2FF7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A0FB13-2AE6-506F-513C-A515A456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AD3FAD-DCDD-6016-3202-8627A770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21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5CD9C-5689-83A0-95C5-1B8CB0A5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17EF63-598D-F8C9-9E64-E1F772E6D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A59B4B-071F-6258-E229-45BA281B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51979B-C1B9-1975-3493-4A410529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3D8139-ADB8-749B-1EF6-3AC2917C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263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C6C2A4-471F-79BB-9E90-5127C4A8C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71A8E7-00AB-F22C-50C3-449BF76AF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399C56-80F7-DBA5-D536-AED9D31D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E0239A-C958-D850-2AEA-7BE37AD6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9E3C1-7AE1-4724-672F-80708035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00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417B3A-4E26-D70B-48AD-2A5F31561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644900-DEA7-9D3A-D232-2A578F524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9F8B4-28E7-12C0-DEA1-4144CBE2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4E360-2EBA-4601-A04F-1434B52E987B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3D8542-140D-1EB8-CB5C-6D32E3F11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672AE2-A9F0-86DD-5E97-7FF9E2F71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A049F-4E48-4E2C-B6DF-40CFBE99CA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73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10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BDF93B-DD40-8976-EC49-BD20C80C2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3" y="806364"/>
            <a:ext cx="3354636" cy="2847413"/>
          </a:xfrm>
        </p:spPr>
        <p:txBody>
          <a:bodyPr anchor="b">
            <a:normAutofit/>
          </a:bodyPr>
          <a:lstStyle/>
          <a:p>
            <a:pPr algn="l"/>
            <a:r>
              <a:rPr lang="de-DE"/>
              <a:t>Computer und Elektronik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0F4BB2D-F97D-8D94-7403-976DEE89E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293" y="3703250"/>
            <a:ext cx="2435507" cy="1122750"/>
          </a:xfrm>
        </p:spPr>
        <p:txBody>
          <a:bodyPr anchor="t">
            <a:normAutofit/>
          </a:bodyPr>
          <a:lstStyle/>
          <a:p>
            <a:pPr algn="l"/>
            <a:r>
              <a:rPr lang="de-DE" sz="2000"/>
              <a:t>Interessensgruppe</a:t>
            </a:r>
          </a:p>
        </p:txBody>
      </p:sp>
      <p:pic>
        <p:nvPicPr>
          <p:cNvPr id="4" name="Grafik 3" descr="Ein Bild, das Schwarz, Dunkelheit, Entwurf, Schwarzweiß enthält.&#10;&#10;KI-generierte Inhalte können fehlerhaft sein.">
            <a:extLst>
              <a:ext uri="{FF2B5EF4-FFF2-40B4-BE49-F238E27FC236}">
                <a16:creationId xmlns:a16="http://schemas.microsoft.com/office/drawing/2014/main" id="{7C2423EB-0A40-9B8B-FAF3-B1C0AC7167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3" r="26407"/>
          <a:stretch>
            <a:fillRect/>
          </a:stretch>
        </p:blipFill>
        <p:spPr bwMode="auto">
          <a:xfrm>
            <a:off x="1655482" y="1266742"/>
            <a:ext cx="4886787" cy="430699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3071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DB19B3C-FDA9-5A29-F3D7-CAE07973A53F}"/>
              </a:ext>
            </a:extLst>
          </p:cNvPr>
          <p:cNvSpPr txBox="1"/>
          <p:nvPr/>
        </p:nvSpPr>
        <p:spPr>
          <a:xfrm>
            <a:off x="1285241" y="1008993"/>
            <a:ext cx="9231410" cy="3542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machen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wir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heute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3B9DC6-2BFC-D33F-331C-3B2E77C4C199}"/>
              </a:ext>
            </a:extLst>
          </p:cNvPr>
          <p:cNvSpPr/>
          <p:nvPr/>
        </p:nvSpPr>
        <p:spPr>
          <a:xfrm>
            <a:off x="1285241" y="4786269"/>
            <a:ext cx="4187798" cy="7760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Elektronik</a:t>
            </a:r>
          </a:p>
        </p:txBody>
      </p:sp>
    </p:spTree>
    <p:extLst>
      <p:ext uri="{BB962C8B-B14F-4D97-AF65-F5344CB8AC3E}">
        <p14:creationId xmlns:p14="http://schemas.microsoft.com/office/powerpoint/2010/main" val="91330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Komplexe mathematische Formeln auf einer Tafel">
            <a:extLst>
              <a:ext uri="{FF2B5EF4-FFF2-40B4-BE49-F238E27FC236}">
                <a16:creationId xmlns:a16="http://schemas.microsoft.com/office/drawing/2014/main" id="{1F922373-849C-A3BD-B8D1-EB34211C0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6" r="-1" b="-1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D295B58-09E2-2D52-6003-67AB15A2E748}"/>
              </a:ext>
            </a:extLst>
          </p:cNvPr>
          <p:cNvSpPr txBox="1"/>
          <p:nvPr/>
        </p:nvSpPr>
        <p:spPr>
          <a:xfrm>
            <a:off x="661916" y="2852381"/>
            <a:ext cx="3161940" cy="2640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Theorie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141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ektrische Stromkreise - Wie sind sie aufgebaut?">
            <a:extLst>
              <a:ext uri="{FF2B5EF4-FFF2-40B4-BE49-F238E27FC236}">
                <a16:creationId xmlns:a16="http://schemas.microsoft.com/office/drawing/2014/main" id="{83A9417E-6543-85CD-71F8-8CDDBD927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126" y="1286194"/>
            <a:ext cx="6903343" cy="446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02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ere can I buy wide breadboards? - General Electronics - Arduino Forum">
            <a:extLst>
              <a:ext uri="{FF2B5EF4-FFF2-40B4-BE49-F238E27FC236}">
                <a16:creationId xmlns:a16="http://schemas.microsoft.com/office/drawing/2014/main" id="{AED1AC42-1072-255A-5313-095D4E605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59" y="1267943"/>
            <a:ext cx="4093069" cy="3065851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utorial: Breadboard - Steckplatine">
            <a:extLst>
              <a:ext uri="{FF2B5EF4-FFF2-40B4-BE49-F238E27FC236}">
                <a16:creationId xmlns:a16="http://schemas.microsoft.com/office/drawing/2014/main" id="{E9A1912A-E3E2-8593-2293-83DE0057B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561" y="385160"/>
            <a:ext cx="4214602" cy="634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903722A-054A-DFD1-CB5B-A42BFEEDC44B}"/>
              </a:ext>
            </a:extLst>
          </p:cNvPr>
          <p:cNvSpPr/>
          <p:nvPr/>
        </p:nvSpPr>
        <p:spPr>
          <a:xfrm>
            <a:off x="3872753" y="3980329"/>
            <a:ext cx="3065930" cy="17596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8478977-ECA5-AB65-96C2-0607E6CF09C8}"/>
              </a:ext>
            </a:extLst>
          </p:cNvPr>
          <p:cNvCxnSpPr>
            <a:cxnSpLocks/>
          </p:cNvCxnSpPr>
          <p:nvPr/>
        </p:nvCxnSpPr>
        <p:spPr>
          <a:xfrm>
            <a:off x="4055689" y="4134010"/>
            <a:ext cx="2750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0FB39C-FA65-22FB-F5EC-250F1327D9A9}"/>
              </a:ext>
            </a:extLst>
          </p:cNvPr>
          <p:cNvCxnSpPr>
            <a:cxnSpLocks/>
          </p:cNvCxnSpPr>
          <p:nvPr/>
        </p:nvCxnSpPr>
        <p:spPr>
          <a:xfrm>
            <a:off x="4055689" y="5531223"/>
            <a:ext cx="2750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0727B8D-57FD-6B59-1F4D-60B9BFB2B319}"/>
              </a:ext>
            </a:extLst>
          </p:cNvPr>
          <p:cNvCxnSpPr>
            <a:cxnSpLocks/>
          </p:cNvCxnSpPr>
          <p:nvPr/>
        </p:nvCxnSpPr>
        <p:spPr>
          <a:xfrm>
            <a:off x="4055689" y="4224937"/>
            <a:ext cx="2750421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7399BA9-B1DF-9946-F261-EBBD858E346E}"/>
              </a:ext>
            </a:extLst>
          </p:cNvPr>
          <p:cNvCxnSpPr>
            <a:cxnSpLocks/>
          </p:cNvCxnSpPr>
          <p:nvPr/>
        </p:nvCxnSpPr>
        <p:spPr>
          <a:xfrm>
            <a:off x="4055689" y="5614466"/>
            <a:ext cx="2750421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613F36F-69EE-FB96-9CE4-CDE3A645B86B}"/>
              </a:ext>
            </a:extLst>
          </p:cNvPr>
          <p:cNvCxnSpPr/>
          <p:nvPr/>
        </p:nvCxnSpPr>
        <p:spPr>
          <a:xfrm>
            <a:off x="4132530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C107769-FEDB-2276-9F35-0DF7788D3472}"/>
              </a:ext>
            </a:extLst>
          </p:cNvPr>
          <p:cNvCxnSpPr/>
          <p:nvPr/>
        </p:nvCxnSpPr>
        <p:spPr>
          <a:xfrm>
            <a:off x="4261878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0348747-11F7-0451-3FE6-39AFDC051CE0}"/>
              </a:ext>
            </a:extLst>
          </p:cNvPr>
          <p:cNvCxnSpPr/>
          <p:nvPr/>
        </p:nvCxnSpPr>
        <p:spPr>
          <a:xfrm>
            <a:off x="4400191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0D575DC-B6A7-EFB2-5F79-E43476D13C83}"/>
              </a:ext>
            </a:extLst>
          </p:cNvPr>
          <p:cNvCxnSpPr/>
          <p:nvPr/>
        </p:nvCxnSpPr>
        <p:spPr>
          <a:xfrm>
            <a:off x="4507767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08F5EB6-1D70-2A0B-B20C-5E627596815C}"/>
              </a:ext>
            </a:extLst>
          </p:cNvPr>
          <p:cNvCxnSpPr/>
          <p:nvPr/>
        </p:nvCxnSpPr>
        <p:spPr>
          <a:xfrm>
            <a:off x="4637115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D0E2BD7-CD32-84B1-2A87-484779A93E34}"/>
              </a:ext>
            </a:extLst>
          </p:cNvPr>
          <p:cNvCxnSpPr/>
          <p:nvPr/>
        </p:nvCxnSpPr>
        <p:spPr>
          <a:xfrm>
            <a:off x="4775428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CAD8435-666D-A4C0-90FA-CB8A5AC54968}"/>
              </a:ext>
            </a:extLst>
          </p:cNvPr>
          <p:cNvCxnSpPr/>
          <p:nvPr/>
        </p:nvCxnSpPr>
        <p:spPr>
          <a:xfrm>
            <a:off x="4899652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0E70122-62A7-C8E8-FBC9-E2D502A6F6CA}"/>
              </a:ext>
            </a:extLst>
          </p:cNvPr>
          <p:cNvCxnSpPr/>
          <p:nvPr/>
        </p:nvCxnSpPr>
        <p:spPr>
          <a:xfrm>
            <a:off x="5029000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9BF584C-10C3-8E1C-7658-8F2DEF17A581}"/>
              </a:ext>
            </a:extLst>
          </p:cNvPr>
          <p:cNvCxnSpPr/>
          <p:nvPr/>
        </p:nvCxnSpPr>
        <p:spPr>
          <a:xfrm>
            <a:off x="5167313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A991FFD-316E-CECE-3BF1-E182595A74FE}"/>
              </a:ext>
            </a:extLst>
          </p:cNvPr>
          <p:cNvCxnSpPr/>
          <p:nvPr/>
        </p:nvCxnSpPr>
        <p:spPr>
          <a:xfrm>
            <a:off x="5291538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9DA488E6-1B7A-1F9B-3B39-7660EA56B29C}"/>
              </a:ext>
            </a:extLst>
          </p:cNvPr>
          <p:cNvCxnSpPr/>
          <p:nvPr/>
        </p:nvCxnSpPr>
        <p:spPr>
          <a:xfrm>
            <a:off x="5420886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73D621D-5058-A958-CBC2-7F6C87D51AD2}"/>
              </a:ext>
            </a:extLst>
          </p:cNvPr>
          <p:cNvCxnSpPr/>
          <p:nvPr/>
        </p:nvCxnSpPr>
        <p:spPr>
          <a:xfrm>
            <a:off x="5559199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ABBAC7A-ED4C-1099-6B03-F849E634F9D7}"/>
              </a:ext>
            </a:extLst>
          </p:cNvPr>
          <p:cNvCxnSpPr/>
          <p:nvPr/>
        </p:nvCxnSpPr>
        <p:spPr>
          <a:xfrm>
            <a:off x="5668056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1350737-2E4B-A538-CF82-7495D0706674}"/>
              </a:ext>
            </a:extLst>
          </p:cNvPr>
          <p:cNvCxnSpPr/>
          <p:nvPr/>
        </p:nvCxnSpPr>
        <p:spPr>
          <a:xfrm>
            <a:off x="5797404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ACC185F-8054-78AC-B03C-D6F76F0FDC74}"/>
              </a:ext>
            </a:extLst>
          </p:cNvPr>
          <p:cNvCxnSpPr/>
          <p:nvPr/>
        </p:nvCxnSpPr>
        <p:spPr>
          <a:xfrm>
            <a:off x="5935717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B4048A4-F8FE-5876-262B-F99F8D78CE3C}"/>
              </a:ext>
            </a:extLst>
          </p:cNvPr>
          <p:cNvCxnSpPr/>
          <p:nvPr/>
        </p:nvCxnSpPr>
        <p:spPr>
          <a:xfrm>
            <a:off x="6044573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E922557-5E05-571E-C187-00E517546A09}"/>
              </a:ext>
            </a:extLst>
          </p:cNvPr>
          <p:cNvCxnSpPr/>
          <p:nvPr/>
        </p:nvCxnSpPr>
        <p:spPr>
          <a:xfrm>
            <a:off x="6173921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59EFC35-2E33-4081-95D4-5CD209416357}"/>
              </a:ext>
            </a:extLst>
          </p:cNvPr>
          <p:cNvCxnSpPr/>
          <p:nvPr/>
        </p:nvCxnSpPr>
        <p:spPr>
          <a:xfrm>
            <a:off x="6312234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E9934B5C-3543-EF63-B317-4AF45832B40D}"/>
              </a:ext>
            </a:extLst>
          </p:cNvPr>
          <p:cNvCxnSpPr/>
          <p:nvPr/>
        </p:nvCxnSpPr>
        <p:spPr>
          <a:xfrm>
            <a:off x="6436459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40E20D-A952-5450-73A8-0E5AAA17D852}"/>
              </a:ext>
            </a:extLst>
          </p:cNvPr>
          <p:cNvCxnSpPr/>
          <p:nvPr/>
        </p:nvCxnSpPr>
        <p:spPr>
          <a:xfrm>
            <a:off x="6565807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1B479E5-448F-77BE-8852-5C4EEB12895B}"/>
              </a:ext>
            </a:extLst>
          </p:cNvPr>
          <p:cNvCxnSpPr/>
          <p:nvPr/>
        </p:nvCxnSpPr>
        <p:spPr>
          <a:xfrm>
            <a:off x="6704120" y="4333795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6DD1130-ACEC-12B5-70F2-6C866A4886A7}"/>
              </a:ext>
            </a:extLst>
          </p:cNvPr>
          <p:cNvCxnSpPr/>
          <p:nvPr/>
        </p:nvCxnSpPr>
        <p:spPr>
          <a:xfrm>
            <a:off x="4132530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2FCE87D-1B44-FD31-4D83-2EB7C9AFF975}"/>
              </a:ext>
            </a:extLst>
          </p:cNvPr>
          <p:cNvCxnSpPr/>
          <p:nvPr/>
        </p:nvCxnSpPr>
        <p:spPr>
          <a:xfrm>
            <a:off x="4261878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608CB67-47B4-998E-1FF8-003DBB766F60}"/>
              </a:ext>
            </a:extLst>
          </p:cNvPr>
          <p:cNvCxnSpPr/>
          <p:nvPr/>
        </p:nvCxnSpPr>
        <p:spPr>
          <a:xfrm>
            <a:off x="4400191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D92268D-C8FD-FE82-2DD3-33E835D63B46}"/>
              </a:ext>
            </a:extLst>
          </p:cNvPr>
          <p:cNvCxnSpPr/>
          <p:nvPr/>
        </p:nvCxnSpPr>
        <p:spPr>
          <a:xfrm>
            <a:off x="4507767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177F7DB-E8BD-42F2-BD02-4F428E024C6C}"/>
              </a:ext>
            </a:extLst>
          </p:cNvPr>
          <p:cNvCxnSpPr/>
          <p:nvPr/>
        </p:nvCxnSpPr>
        <p:spPr>
          <a:xfrm>
            <a:off x="4637115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7473ED8A-A8B7-9CAC-1F34-7F443E55A04D}"/>
              </a:ext>
            </a:extLst>
          </p:cNvPr>
          <p:cNvCxnSpPr/>
          <p:nvPr/>
        </p:nvCxnSpPr>
        <p:spPr>
          <a:xfrm>
            <a:off x="4775428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3BC909B-7687-CF6C-F36D-4CE1E78877AA}"/>
              </a:ext>
            </a:extLst>
          </p:cNvPr>
          <p:cNvCxnSpPr/>
          <p:nvPr/>
        </p:nvCxnSpPr>
        <p:spPr>
          <a:xfrm>
            <a:off x="4899652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118950A7-1339-A47A-A769-0D3690B653AA}"/>
              </a:ext>
            </a:extLst>
          </p:cNvPr>
          <p:cNvCxnSpPr/>
          <p:nvPr/>
        </p:nvCxnSpPr>
        <p:spPr>
          <a:xfrm>
            <a:off x="5029000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CAF8ABC-209F-0B49-47EC-87FDBC49D809}"/>
              </a:ext>
            </a:extLst>
          </p:cNvPr>
          <p:cNvCxnSpPr/>
          <p:nvPr/>
        </p:nvCxnSpPr>
        <p:spPr>
          <a:xfrm>
            <a:off x="5167313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1FDEF96-9375-166E-D51D-FA5F020078EC}"/>
              </a:ext>
            </a:extLst>
          </p:cNvPr>
          <p:cNvCxnSpPr/>
          <p:nvPr/>
        </p:nvCxnSpPr>
        <p:spPr>
          <a:xfrm>
            <a:off x="5291538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A9D33B46-DF0E-0350-7CFF-EF64C1AF4239}"/>
              </a:ext>
            </a:extLst>
          </p:cNvPr>
          <p:cNvCxnSpPr/>
          <p:nvPr/>
        </p:nvCxnSpPr>
        <p:spPr>
          <a:xfrm>
            <a:off x="5420886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3D4BC50-7936-4F70-E580-8195B40CDB19}"/>
              </a:ext>
            </a:extLst>
          </p:cNvPr>
          <p:cNvCxnSpPr/>
          <p:nvPr/>
        </p:nvCxnSpPr>
        <p:spPr>
          <a:xfrm>
            <a:off x="5559199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C6D8D26-82D4-F15C-E788-1F32D0FE3845}"/>
              </a:ext>
            </a:extLst>
          </p:cNvPr>
          <p:cNvCxnSpPr/>
          <p:nvPr/>
        </p:nvCxnSpPr>
        <p:spPr>
          <a:xfrm>
            <a:off x="5668056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FFE71FA0-38BF-FE36-EC70-7EC03E744C7A}"/>
              </a:ext>
            </a:extLst>
          </p:cNvPr>
          <p:cNvCxnSpPr/>
          <p:nvPr/>
        </p:nvCxnSpPr>
        <p:spPr>
          <a:xfrm>
            <a:off x="5797404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5CAF190-8302-7450-51A4-6396B12C417D}"/>
              </a:ext>
            </a:extLst>
          </p:cNvPr>
          <p:cNvCxnSpPr/>
          <p:nvPr/>
        </p:nvCxnSpPr>
        <p:spPr>
          <a:xfrm>
            <a:off x="5935717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CD07F92-9C1D-5F8C-84C1-8F248F47CD7E}"/>
              </a:ext>
            </a:extLst>
          </p:cNvPr>
          <p:cNvCxnSpPr/>
          <p:nvPr/>
        </p:nvCxnSpPr>
        <p:spPr>
          <a:xfrm>
            <a:off x="6044573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39CB3AD-BDCF-440E-C9B3-12C49D7DCFBB}"/>
              </a:ext>
            </a:extLst>
          </p:cNvPr>
          <p:cNvCxnSpPr/>
          <p:nvPr/>
        </p:nvCxnSpPr>
        <p:spPr>
          <a:xfrm>
            <a:off x="6173921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9AEDC94-03FA-725B-0819-18628F666CF7}"/>
              </a:ext>
            </a:extLst>
          </p:cNvPr>
          <p:cNvCxnSpPr/>
          <p:nvPr/>
        </p:nvCxnSpPr>
        <p:spPr>
          <a:xfrm>
            <a:off x="6312234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54066BB-C50F-361F-3504-2C3C11F2DDBF}"/>
              </a:ext>
            </a:extLst>
          </p:cNvPr>
          <p:cNvCxnSpPr/>
          <p:nvPr/>
        </p:nvCxnSpPr>
        <p:spPr>
          <a:xfrm>
            <a:off x="6436459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8E1B55AE-9DB5-DDF3-96D1-DEA6EB8E76A0}"/>
              </a:ext>
            </a:extLst>
          </p:cNvPr>
          <p:cNvCxnSpPr/>
          <p:nvPr/>
        </p:nvCxnSpPr>
        <p:spPr>
          <a:xfrm>
            <a:off x="6565807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78B30C76-5097-C4DE-81B4-F86ADB25784C}"/>
              </a:ext>
            </a:extLst>
          </p:cNvPr>
          <p:cNvCxnSpPr/>
          <p:nvPr/>
        </p:nvCxnSpPr>
        <p:spPr>
          <a:xfrm>
            <a:off x="6704120" y="4936031"/>
            <a:ext cx="0" cy="522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82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MB102 Breadboard Netzteil Adapter Power Supply Modul 3.3V/5V">
            <a:extLst>
              <a:ext uri="{FF2B5EF4-FFF2-40B4-BE49-F238E27FC236}">
                <a16:creationId xmlns:a16="http://schemas.microsoft.com/office/drawing/2014/main" id="{824178B9-1D7A-0D44-0479-0AF9B6C54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466" y="145355"/>
            <a:ext cx="6658853" cy="665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D3DAD5C-22FA-00A5-2F3C-30682415D14A}"/>
              </a:ext>
            </a:extLst>
          </p:cNvPr>
          <p:cNvSpPr/>
          <p:nvPr/>
        </p:nvSpPr>
        <p:spPr>
          <a:xfrm>
            <a:off x="699247" y="1790380"/>
            <a:ext cx="4971570" cy="1252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Breadboard</a:t>
            </a:r>
            <a:r>
              <a:rPr lang="de-DE" dirty="0"/>
              <a:t> Stromversorgung</a:t>
            </a:r>
          </a:p>
        </p:txBody>
      </p:sp>
    </p:spTree>
    <p:extLst>
      <p:ext uri="{BB962C8B-B14F-4D97-AF65-F5344CB8AC3E}">
        <p14:creationId xmlns:p14="http://schemas.microsoft.com/office/powerpoint/2010/main" val="88398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lektronisch, Licht, Led, Diode">
            <a:extLst>
              <a:ext uri="{FF2B5EF4-FFF2-40B4-BE49-F238E27FC236}">
                <a16:creationId xmlns:a16="http://schemas.microsoft.com/office/drawing/2014/main" id="{69670CE9-D7E8-F57C-3B08-76E949FFA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534" y="668510"/>
            <a:ext cx="2861983" cy="572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457873F-1892-3406-C1CA-F617A7455354}"/>
              </a:ext>
            </a:extLst>
          </p:cNvPr>
          <p:cNvSpPr/>
          <p:nvPr/>
        </p:nvSpPr>
        <p:spPr>
          <a:xfrm>
            <a:off x="845244" y="1421546"/>
            <a:ext cx="5363455" cy="945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dirty="0"/>
              <a:t>Die LED</a:t>
            </a:r>
          </a:p>
        </p:txBody>
      </p:sp>
    </p:spTree>
    <p:extLst>
      <p:ext uri="{BB962C8B-B14F-4D97-AF65-F5344CB8AC3E}">
        <p14:creationId xmlns:p14="http://schemas.microsoft.com/office/powerpoint/2010/main" val="113270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iderstand, Elektronik, Widerstände">
            <a:extLst>
              <a:ext uri="{FF2B5EF4-FFF2-40B4-BE49-F238E27FC236}">
                <a16:creationId xmlns:a16="http://schemas.microsoft.com/office/drawing/2014/main" id="{49293F30-1093-BBEC-F5DB-03518D319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9" y="1940835"/>
            <a:ext cx="7378940" cy="417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60C22DF-3119-7BA7-7FEE-7FFB0A14BFAE}"/>
              </a:ext>
            </a:extLst>
          </p:cNvPr>
          <p:cNvSpPr/>
          <p:nvPr/>
        </p:nvSpPr>
        <p:spPr>
          <a:xfrm>
            <a:off x="4994621" y="214654"/>
            <a:ext cx="6523745" cy="1068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Der Widerstand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A63ABD-FA38-850E-5CCC-122EAFD0A3AC}"/>
              </a:ext>
            </a:extLst>
          </p:cNvPr>
          <p:cNvSpPr/>
          <p:nvPr/>
        </p:nvSpPr>
        <p:spPr>
          <a:xfrm>
            <a:off x="9885509" y="3335831"/>
            <a:ext cx="760719" cy="1863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760A40D-FB42-6BDC-1763-78464CA7F07C}"/>
              </a:ext>
            </a:extLst>
          </p:cNvPr>
          <p:cNvCxnSpPr>
            <a:endCxn id="3" idx="1"/>
          </p:cNvCxnSpPr>
          <p:nvPr/>
        </p:nvCxnSpPr>
        <p:spPr>
          <a:xfrm>
            <a:off x="9405257" y="3429000"/>
            <a:ext cx="480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FC8A295-8850-127F-82BD-52AC057C6504}"/>
              </a:ext>
            </a:extLst>
          </p:cNvPr>
          <p:cNvCxnSpPr/>
          <p:nvPr/>
        </p:nvCxnSpPr>
        <p:spPr>
          <a:xfrm>
            <a:off x="10646228" y="3429000"/>
            <a:ext cx="480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67E446BB-3E06-7654-8B03-4BAACA069C2C}"/>
              </a:ext>
            </a:extLst>
          </p:cNvPr>
          <p:cNvSpPr txBox="1"/>
          <p:nvPr/>
        </p:nvSpPr>
        <p:spPr>
          <a:xfrm>
            <a:off x="9885509" y="3035193"/>
            <a:ext cx="69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211392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D691114A-CF69-B168-4775-16B7041BB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35199"/>
              </p:ext>
            </p:extLst>
          </p:nvPr>
        </p:nvGraphicFramePr>
        <p:xfrm>
          <a:off x="1617062" y="2316480"/>
          <a:ext cx="8128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636568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1525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3200" dirty="0"/>
                        <a:t>Spannung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3200" dirty="0"/>
                        <a:t>Widerstand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26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3200" dirty="0"/>
                        <a:t>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3200" dirty="0"/>
                        <a:t>150 - 330 Ohm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7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3200" dirty="0"/>
                        <a:t>3.3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3200" dirty="0"/>
                        <a:t>68 – 150 Ohm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855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37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aspberry Pi Pico W, RP2040 + WLAN microcontroller board - buy at BerryBase">
            <a:extLst>
              <a:ext uri="{FF2B5EF4-FFF2-40B4-BE49-F238E27FC236}">
                <a16:creationId xmlns:a16="http://schemas.microsoft.com/office/drawing/2014/main" id="{4C1CFE56-A415-1765-101A-2AE7405C4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42" y="2411115"/>
            <a:ext cx="4751079" cy="301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871AEB5-B065-8840-7BF5-EB6E24ADEDBD}"/>
              </a:ext>
            </a:extLst>
          </p:cNvPr>
          <p:cNvSpPr/>
          <p:nvPr/>
        </p:nvSpPr>
        <p:spPr>
          <a:xfrm>
            <a:off x="4994621" y="214654"/>
            <a:ext cx="6523745" cy="1068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Raspberry Pi Pico W</a:t>
            </a:r>
          </a:p>
        </p:txBody>
      </p:sp>
      <p:pic>
        <p:nvPicPr>
          <p:cNvPr id="1026" name="Picture 2" descr="Raspberry Pi Pico Getting Started Guide">
            <a:extLst>
              <a:ext uri="{FF2B5EF4-FFF2-40B4-BE49-F238E27FC236}">
                <a16:creationId xmlns:a16="http://schemas.microsoft.com/office/drawing/2014/main" id="{63807F21-468A-375E-F910-3304664F3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890" y="2437941"/>
            <a:ext cx="5499205" cy="314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80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481AFCA-8437-C457-D97E-4340A720F844}"/>
              </a:ext>
            </a:extLst>
          </p:cNvPr>
          <p:cNvSpPr txBox="1"/>
          <p:nvPr/>
        </p:nvSpPr>
        <p:spPr>
          <a:xfrm>
            <a:off x="4671892" y="107576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Aufgabe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D0DDCF-F9B1-B510-CBDF-93B0AC8A8E5F}"/>
              </a:ext>
            </a:extLst>
          </p:cNvPr>
          <p:cNvSpPr txBox="1"/>
          <p:nvPr/>
        </p:nvSpPr>
        <p:spPr>
          <a:xfrm>
            <a:off x="1633268" y="4140679"/>
            <a:ext cx="760274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/>
              <a:t>Das zweite Aufgabenblatt</a:t>
            </a:r>
          </a:p>
          <a:p>
            <a:r>
              <a:rPr lang="de-DE" sz="3200" dirty="0">
                <a:solidFill>
                  <a:schemeClr val="accent6">
                    <a:lumMod val="75000"/>
                  </a:schemeClr>
                </a:solidFill>
              </a:rPr>
              <a:t>Keine Pflicht / Unterricht, sondern Ideen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ADC1C0F-7C92-4C29-1F4B-4C0AADC50000}"/>
              </a:ext>
            </a:extLst>
          </p:cNvPr>
          <p:cNvSpPr txBox="1"/>
          <p:nvPr/>
        </p:nvSpPr>
        <p:spPr>
          <a:xfrm>
            <a:off x="767244" y="1947880"/>
            <a:ext cx="8138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/>
              <a:t>+ </a:t>
            </a:r>
            <a:r>
              <a:rPr lang="de-DE" sz="4400" b="1" dirty="0" err="1"/>
              <a:t>Pinout</a:t>
            </a:r>
            <a:r>
              <a:rPr lang="de-DE" sz="4400" b="1" dirty="0"/>
              <a:t> + Python Electronic</a:t>
            </a:r>
          </a:p>
        </p:txBody>
      </p:sp>
    </p:spTree>
    <p:extLst>
      <p:ext uri="{BB962C8B-B14F-4D97-AF65-F5344CB8AC3E}">
        <p14:creationId xmlns:p14="http://schemas.microsoft.com/office/powerpoint/2010/main" val="55207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20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ADLaM Display</vt:lpstr>
      <vt:lpstr>Aptos</vt:lpstr>
      <vt:lpstr>Aptos Display</vt:lpstr>
      <vt:lpstr>Arial</vt:lpstr>
      <vt:lpstr>Office</vt:lpstr>
      <vt:lpstr>Computer und Elektronik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Carl-Philip Wenz</dc:creator>
  <cp:lastModifiedBy>Carl-Philip Wenz</cp:lastModifiedBy>
  <cp:revision>3</cp:revision>
  <dcterms:created xsi:type="dcterms:W3CDTF">2025-10-23T17:44:56Z</dcterms:created>
  <dcterms:modified xsi:type="dcterms:W3CDTF">2025-11-16T16:42:31Z</dcterms:modified>
</cp:coreProperties>
</file>