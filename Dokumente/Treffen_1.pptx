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96" r:id="rId4"/>
    <p:sldId id="294" r:id="rId5"/>
    <p:sldId id="273" r:id="rId6"/>
    <p:sldId id="274" r:id="rId7"/>
    <p:sldId id="272" r:id="rId8"/>
    <p:sldId id="275" r:id="rId9"/>
    <p:sldId id="276" r:id="rId10"/>
    <p:sldId id="277" r:id="rId11"/>
    <p:sldId id="267" r:id="rId12"/>
    <p:sldId id="279" r:id="rId13"/>
    <p:sldId id="278" r:id="rId14"/>
    <p:sldId id="280" r:id="rId15"/>
    <p:sldId id="282" r:id="rId16"/>
    <p:sldId id="283" r:id="rId17"/>
    <p:sldId id="285" r:id="rId18"/>
    <p:sldId id="286" r:id="rId19"/>
    <p:sldId id="287" r:id="rId20"/>
    <p:sldId id="291" r:id="rId21"/>
    <p:sldId id="288" r:id="rId22"/>
    <p:sldId id="289" r:id="rId23"/>
    <p:sldId id="281" r:id="rId24"/>
    <p:sldId id="295"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3158B60B-D2DD-44E1-971B-422A3BF101CA}">
          <p14:sldIdLst>
            <p14:sldId id="256"/>
            <p14:sldId id="271"/>
            <p14:sldId id="296"/>
            <p14:sldId id="294"/>
          </p14:sldIdLst>
        </p14:section>
        <p14:section name="Theorie" id="{F1620BDD-E20E-41E3-8D0D-63142FB947EC}">
          <p14:sldIdLst>
            <p14:sldId id="273"/>
            <p14:sldId id="274"/>
            <p14:sldId id="272"/>
            <p14:sldId id="275"/>
          </p14:sldIdLst>
        </p14:section>
        <p14:section name="Ideen und Inspiration" id="{8097A90D-84F9-4E18-90D5-1F1314A2A0D6}">
          <p14:sldIdLst>
            <p14:sldId id="276"/>
            <p14:sldId id="277"/>
          </p14:sldIdLst>
        </p14:section>
        <p14:section name="Python Start" id="{07890CF2-917D-457C-A412-47AF5754A2B4}">
          <p14:sldIdLst>
            <p14:sldId id="267"/>
            <p14:sldId id="279"/>
            <p14:sldId id="278"/>
            <p14:sldId id="280"/>
            <p14:sldId id="282"/>
            <p14:sldId id="283"/>
            <p14:sldId id="285"/>
            <p14:sldId id="286"/>
            <p14:sldId id="287"/>
            <p14:sldId id="291"/>
            <p14:sldId id="288"/>
            <p14:sldId id="289"/>
            <p14:sldId id="281"/>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8" d="100"/>
          <a:sy n="78" d="100"/>
        </p:scale>
        <p:origin x="228" y="4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Philip Wenz" userId="ab85a2b9b6d7dc01" providerId="LiveId" clId="{A651CECB-4A16-4E1F-9771-303000754BE4}"/>
    <pc:docChg chg="undo custSel addSld delSld modSld sldOrd modMainMaster addSection modSection">
      <pc:chgData name="Carl-Philip Wenz" userId="ab85a2b9b6d7dc01" providerId="LiveId" clId="{A651CECB-4A16-4E1F-9771-303000754BE4}" dt="2025-11-01T16:46:34.081" v="3375" actId="2696"/>
      <pc:docMkLst>
        <pc:docMk/>
      </pc:docMkLst>
      <pc:sldChg chg="addSp delSp modSp mod setBg">
        <pc:chgData name="Carl-Philip Wenz" userId="ab85a2b9b6d7dc01" providerId="LiveId" clId="{A651CECB-4A16-4E1F-9771-303000754BE4}" dt="2025-10-25T16:21:39.914" v="280" actId="26606"/>
        <pc:sldMkLst>
          <pc:docMk/>
          <pc:sldMk cId="4230710630" sldId="256"/>
        </pc:sldMkLst>
        <pc:spChg chg="mod">
          <ac:chgData name="Carl-Philip Wenz" userId="ab85a2b9b6d7dc01" providerId="LiveId" clId="{A651CECB-4A16-4E1F-9771-303000754BE4}" dt="2025-10-25T16:21:39.914" v="280" actId="26606"/>
          <ac:spMkLst>
            <pc:docMk/>
            <pc:sldMk cId="4230710630" sldId="256"/>
            <ac:spMk id="2" creationId="{8EBDF93B-DD40-8976-EC49-BD20C80C202C}"/>
          </ac:spMkLst>
        </pc:spChg>
        <pc:spChg chg="mod">
          <ac:chgData name="Carl-Philip Wenz" userId="ab85a2b9b6d7dc01" providerId="LiveId" clId="{A651CECB-4A16-4E1F-9771-303000754BE4}" dt="2025-10-25T16:21:39.914" v="280" actId="26606"/>
          <ac:spMkLst>
            <pc:docMk/>
            <pc:sldMk cId="4230710630" sldId="256"/>
            <ac:spMk id="3" creationId="{B0F4BB2D-F97D-8D94-7403-976DEE89E765}"/>
          </ac:spMkLst>
        </pc:spChg>
        <pc:spChg chg="add">
          <ac:chgData name="Carl-Philip Wenz" userId="ab85a2b9b6d7dc01" providerId="LiveId" clId="{A651CECB-4A16-4E1F-9771-303000754BE4}" dt="2025-10-25T16:21:39.914" v="280" actId="26606"/>
          <ac:spMkLst>
            <pc:docMk/>
            <pc:sldMk cId="4230710630" sldId="256"/>
            <ac:spMk id="22" creationId="{19D32F93-50AC-4C46-A5DB-291C60DDB7BD}"/>
          </ac:spMkLst>
        </pc:spChg>
        <pc:spChg chg="add">
          <ac:chgData name="Carl-Philip Wenz" userId="ab85a2b9b6d7dc01" providerId="LiveId" clId="{A651CECB-4A16-4E1F-9771-303000754BE4}" dt="2025-10-25T16:21:39.914" v="280" actId="26606"/>
          <ac:spMkLst>
            <pc:docMk/>
            <pc:sldMk cId="4230710630" sldId="256"/>
            <ac:spMk id="23" creationId="{86FD7672-78BE-4D6F-A711-2CDB79B52DFF}"/>
          </ac:spMkLst>
        </pc:spChg>
        <pc:spChg chg="add">
          <ac:chgData name="Carl-Philip Wenz" userId="ab85a2b9b6d7dc01" providerId="LiveId" clId="{A651CECB-4A16-4E1F-9771-303000754BE4}" dt="2025-10-25T16:21:39.914" v="280" actId="26606"/>
          <ac:spMkLst>
            <pc:docMk/>
            <pc:sldMk cId="4230710630" sldId="256"/>
            <ac:spMk id="24" creationId="{827DC2C4-B485-428A-BF4A-472D2967F47F}"/>
          </ac:spMkLst>
        </pc:spChg>
        <pc:spChg chg="add">
          <ac:chgData name="Carl-Philip Wenz" userId="ab85a2b9b6d7dc01" providerId="LiveId" clId="{A651CECB-4A16-4E1F-9771-303000754BE4}" dt="2025-10-25T16:21:39.914" v="280" actId="26606"/>
          <ac:spMkLst>
            <pc:docMk/>
            <pc:sldMk cId="4230710630" sldId="256"/>
            <ac:spMk id="25" creationId="{4A62647B-1222-407C-8740-5A497612B1F5}"/>
          </ac:spMkLst>
        </pc:spChg>
        <pc:picChg chg="add mod ord">
          <ac:chgData name="Carl-Philip Wenz" userId="ab85a2b9b6d7dc01" providerId="LiveId" clId="{A651CECB-4A16-4E1F-9771-303000754BE4}" dt="2025-10-25T16:21:39.914" v="280" actId="26606"/>
          <ac:picMkLst>
            <pc:docMk/>
            <pc:sldMk cId="4230710630" sldId="256"/>
            <ac:picMk id="4" creationId="{7C2423EB-0A40-9B8B-FAF3-B1C0AC7167EF}"/>
          </ac:picMkLst>
        </pc:picChg>
      </pc:sldChg>
      <pc:sldChg chg="addSp modSp del mod ord">
        <pc:chgData name="Carl-Philip Wenz" userId="ab85a2b9b6d7dc01" providerId="LiveId" clId="{A651CECB-4A16-4E1F-9771-303000754BE4}" dt="2025-11-01T16:46:00.950" v="3373" actId="47"/>
        <pc:sldMkLst>
          <pc:docMk/>
          <pc:sldMk cId="1035879699" sldId="257"/>
        </pc:sldMkLst>
      </pc:sldChg>
      <pc:sldChg chg="addSp modSp del ord">
        <pc:chgData name="Carl-Philip Wenz" userId="ab85a2b9b6d7dc01" providerId="LiveId" clId="{A651CECB-4A16-4E1F-9771-303000754BE4}" dt="2025-11-01T16:46:00.950" v="3373" actId="47"/>
        <pc:sldMkLst>
          <pc:docMk/>
          <pc:sldMk cId="3305437687" sldId="258"/>
        </pc:sldMkLst>
      </pc:sldChg>
      <pc:sldChg chg="addSp modSp del ord">
        <pc:chgData name="Carl-Philip Wenz" userId="ab85a2b9b6d7dc01" providerId="LiveId" clId="{A651CECB-4A16-4E1F-9771-303000754BE4}" dt="2025-11-01T16:46:00.950" v="3373" actId="47"/>
        <pc:sldMkLst>
          <pc:docMk/>
          <pc:sldMk cId="2737673237" sldId="261"/>
        </pc:sldMkLst>
      </pc:sldChg>
      <pc:sldChg chg="addSp modSp new del mod ord setBg">
        <pc:chgData name="Carl-Philip Wenz" userId="ab85a2b9b6d7dc01" providerId="LiveId" clId="{A651CECB-4A16-4E1F-9771-303000754BE4}" dt="2025-11-01T16:46:00.950" v="3373" actId="47"/>
        <pc:sldMkLst>
          <pc:docMk/>
          <pc:sldMk cId="1170295804" sldId="264"/>
        </pc:sldMkLst>
      </pc:sldChg>
      <pc:sldChg chg="addSp modSp new del mod">
        <pc:chgData name="Carl-Philip Wenz" userId="ab85a2b9b6d7dc01" providerId="LiveId" clId="{A651CECB-4A16-4E1F-9771-303000754BE4}" dt="2025-11-01T16:46:14.739" v="3374" actId="47"/>
        <pc:sldMkLst>
          <pc:docMk/>
          <pc:sldMk cId="1391352832" sldId="265"/>
        </pc:sldMkLst>
        <pc:spChg chg="add mod">
          <ac:chgData name="Carl-Philip Wenz" userId="ab85a2b9b6d7dc01" providerId="LiveId" clId="{A651CECB-4A16-4E1F-9771-303000754BE4}" dt="2025-10-25T16:08:27.114" v="16" actId="20577"/>
          <ac:spMkLst>
            <pc:docMk/>
            <pc:sldMk cId="1391352832" sldId="265"/>
            <ac:spMk id="4" creationId="{066EC254-2B0F-6002-6D4D-E9279D56D6EB}"/>
          </ac:spMkLst>
        </pc:spChg>
        <pc:picChg chg="add mod">
          <ac:chgData name="Carl-Philip Wenz" userId="ab85a2b9b6d7dc01" providerId="LiveId" clId="{A651CECB-4A16-4E1F-9771-303000754BE4}" dt="2025-10-25T16:08:33.191" v="17" actId="1076"/>
          <ac:picMkLst>
            <pc:docMk/>
            <pc:sldMk cId="1391352832" sldId="265"/>
            <ac:picMk id="3" creationId="{7082BFDE-52FA-BEA9-234D-A72F1EC034CF}"/>
          </ac:picMkLst>
        </pc:picChg>
      </pc:sldChg>
      <pc:sldChg chg="addSp modSp new del mod">
        <pc:chgData name="Carl-Philip Wenz" userId="ab85a2b9b6d7dc01" providerId="LiveId" clId="{A651CECB-4A16-4E1F-9771-303000754BE4}" dt="2025-11-01T16:46:14.739" v="3374" actId="47"/>
        <pc:sldMkLst>
          <pc:docMk/>
          <pc:sldMk cId="979859026" sldId="266"/>
        </pc:sldMkLst>
        <pc:spChg chg="add mod">
          <ac:chgData name="Carl-Philip Wenz" userId="ab85a2b9b6d7dc01" providerId="LiveId" clId="{A651CECB-4A16-4E1F-9771-303000754BE4}" dt="2025-10-25T16:12:37.769" v="26" actId="14100"/>
          <ac:spMkLst>
            <pc:docMk/>
            <pc:sldMk cId="979859026" sldId="266"/>
            <ac:spMk id="4" creationId="{262D741C-6B33-A264-E2ED-DA68D6E98DDB}"/>
          </ac:spMkLst>
        </pc:spChg>
        <pc:picChg chg="add mod">
          <ac:chgData name="Carl-Philip Wenz" userId="ab85a2b9b6d7dc01" providerId="LiveId" clId="{A651CECB-4A16-4E1F-9771-303000754BE4}" dt="2025-10-25T16:12:13.389" v="21" actId="1076"/>
          <ac:picMkLst>
            <pc:docMk/>
            <pc:sldMk cId="979859026" sldId="266"/>
            <ac:picMk id="3" creationId="{45D29D40-2DFE-626A-C2D5-96E1E8421A67}"/>
          </ac:picMkLst>
        </pc:picChg>
      </pc:sldChg>
      <pc:sldChg chg="addSp delSp modSp new mod">
        <pc:chgData name="Carl-Philip Wenz" userId="ab85a2b9b6d7dc01" providerId="LiveId" clId="{A651CECB-4A16-4E1F-9771-303000754BE4}" dt="2025-10-26T17:35:29.747" v="1929" actId="1076"/>
        <pc:sldMkLst>
          <pc:docMk/>
          <pc:sldMk cId="4142640271" sldId="267"/>
        </pc:sldMkLst>
        <pc:spChg chg="add mod">
          <ac:chgData name="Carl-Philip Wenz" userId="ab85a2b9b6d7dc01" providerId="LiveId" clId="{A651CECB-4A16-4E1F-9771-303000754BE4}" dt="2025-10-26T17:35:29.747" v="1929" actId="1076"/>
          <ac:spMkLst>
            <pc:docMk/>
            <pc:sldMk cId="4142640271" sldId="267"/>
            <ac:spMk id="2" creationId="{5B43006F-5994-5C75-F3EF-BEC9F18190D4}"/>
          </ac:spMkLst>
        </pc:spChg>
        <pc:spChg chg="add mod">
          <ac:chgData name="Carl-Philip Wenz" userId="ab85a2b9b6d7dc01" providerId="LiveId" clId="{A651CECB-4A16-4E1F-9771-303000754BE4}" dt="2025-10-25T16:27:07.320" v="514" actId="1076"/>
          <ac:spMkLst>
            <pc:docMk/>
            <pc:sldMk cId="4142640271" sldId="267"/>
            <ac:spMk id="4" creationId="{E60E4962-54EF-7D0A-ED2B-9F463EF86686}"/>
          </ac:spMkLst>
        </pc:spChg>
        <pc:graphicFrameChg chg="add mod modGraphic">
          <ac:chgData name="Carl-Philip Wenz" userId="ab85a2b9b6d7dc01" providerId="LiveId" clId="{A651CECB-4A16-4E1F-9771-303000754BE4}" dt="2025-10-25T16:27:00.713" v="512" actId="1076"/>
          <ac:graphicFrameMkLst>
            <pc:docMk/>
            <pc:sldMk cId="4142640271" sldId="267"/>
            <ac:graphicFrameMk id="5" creationId="{706AE54C-5E06-2853-CCB6-2EE56FBB94A1}"/>
          </ac:graphicFrameMkLst>
        </pc:graphicFrameChg>
        <pc:picChg chg="add mod">
          <ac:chgData name="Carl-Philip Wenz" userId="ab85a2b9b6d7dc01" providerId="LiveId" clId="{A651CECB-4A16-4E1F-9771-303000754BE4}" dt="2025-10-25T16:27:04.435" v="513" actId="1076"/>
          <ac:picMkLst>
            <pc:docMk/>
            <pc:sldMk cId="4142640271" sldId="267"/>
            <ac:picMk id="1026" creationId="{5C85189A-4B25-4BFC-3D62-A46084C20205}"/>
          </ac:picMkLst>
        </pc:picChg>
      </pc:sldChg>
      <pc:sldChg chg="addSp modSp new del ord">
        <pc:chgData name="Carl-Philip Wenz" userId="ab85a2b9b6d7dc01" providerId="LiveId" clId="{A651CECB-4A16-4E1F-9771-303000754BE4}" dt="2025-11-01T16:46:00.950" v="3373" actId="47"/>
        <pc:sldMkLst>
          <pc:docMk/>
          <pc:sldMk cId="3921102160" sldId="268"/>
        </pc:sldMkLst>
      </pc:sldChg>
      <pc:sldChg chg="addSp modSp new del ord">
        <pc:chgData name="Carl-Philip Wenz" userId="ab85a2b9b6d7dc01" providerId="LiveId" clId="{A651CECB-4A16-4E1F-9771-303000754BE4}" dt="2025-11-01T16:46:00.950" v="3373" actId="47"/>
        <pc:sldMkLst>
          <pc:docMk/>
          <pc:sldMk cId="2456193233" sldId="269"/>
        </pc:sldMkLst>
      </pc:sldChg>
      <pc:sldChg chg="addSp modSp new del mod ord">
        <pc:chgData name="Carl-Philip Wenz" userId="ab85a2b9b6d7dc01" providerId="LiveId" clId="{A651CECB-4A16-4E1F-9771-303000754BE4}" dt="2025-11-01T16:46:34.081" v="3375" actId="2696"/>
        <pc:sldMkLst>
          <pc:docMk/>
          <pc:sldMk cId="4139716616" sldId="270"/>
        </pc:sldMkLst>
        <pc:spChg chg="add mod">
          <ac:chgData name="Carl-Philip Wenz" userId="ab85a2b9b6d7dc01" providerId="LiveId" clId="{A651CECB-4A16-4E1F-9771-303000754BE4}" dt="2025-10-26T17:23:20.417" v="1528" actId="14100"/>
          <ac:spMkLst>
            <pc:docMk/>
            <pc:sldMk cId="4139716616" sldId="270"/>
            <ac:spMk id="2" creationId="{F6481368-22F0-E75F-28AF-3965DF965C07}"/>
          </ac:spMkLst>
        </pc:spChg>
        <pc:spChg chg="add mod">
          <ac:chgData name="Carl-Philip Wenz" userId="ab85a2b9b6d7dc01" providerId="LiveId" clId="{A651CECB-4A16-4E1F-9771-303000754BE4}" dt="2025-10-26T17:23:23.581" v="1529" actId="14100"/>
          <ac:spMkLst>
            <pc:docMk/>
            <pc:sldMk cId="4139716616" sldId="270"/>
            <ac:spMk id="3" creationId="{E1B02636-AA99-D211-A5A1-2508428B4687}"/>
          </ac:spMkLst>
        </pc:spChg>
        <pc:spChg chg="add mod">
          <ac:chgData name="Carl-Philip Wenz" userId="ab85a2b9b6d7dc01" providerId="LiveId" clId="{A651CECB-4A16-4E1F-9771-303000754BE4}" dt="2025-10-26T17:23:14.950" v="1527" actId="403"/>
          <ac:spMkLst>
            <pc:docMk/>
            <pc:sldMk cId="4139716616" sldId="270"/>
            <ac:spMk id="4" creationId="{39CA7196-47ED-BE1E-7CD6-61026AA98E8F}"/>
          </ac:spMkLst>
        </pc:spChg>
        <pc:spChg chg="add mod">
          <ac:chgData name="Carl-Philip Wenz" userId="ab85a2b9b6d7dc01" providerId="LiveId" clId="{A651CECB-4A16-4E1F-9771-303000754BE4}" dt="2025-10-26T17:23:27.575" v="1534" actId="403"/>
          <ac:spMkLst>
            <pc:docMk/>
            <pc:sldMk cId="4139716616" sldId="270"/>
            <ac:spMk id="5" creationId="{006782A6-9634-A287-D2D0-D39166087E6B}"/>
          </ac:spMkLst>
        </pc:spChg>
      </pc:sldChg>
      <pc:sldChg chg="addSp delSp modSp new mod setBg setClrOvrMap">
        <pc:chgData name="Carl-Philip Wenz" userId="ab85a2b9b6d7dc01" providerId="LiveId" clId="{A651CECB-4A16-4E1F-9771-303000754BE4}" dt="2025-10-25T16:31:57.421" v="932" actId="1076"/>
        <pc:sldMkLst>
          <pc:docMk/>
          <pc:sldMk cId="913307561" sldId="271"/>
        </pc:sldMkLst>
        <pc:spChg chg="add mod">
          <ac:chgData name="Carl-Philip Wenz" userId="ab85a2b9b6d7dc01" providerId="LiveId" clId="{A651CECB-4A16-4E1F-9771-303000754BE4}" dt="2025-10-25T16:31:15.296" v="901" actId="26606"/>
          <ac:spMkLst>
            <pc:docMk/>
            <pc:sldMk cId="913307561" sldId="271"/>
            <ac:spMk id="2" creationId="{6DB19B3C-FDA9-5A29-F3D7-CAE07973A53F}"/>
          </ac:spMkLst>
        </pc:spChg>
        <pc:spChg chg="add mod">
          <ac:chgData name="Carl-Philip Wenz" userId="ab85a2b9b6d7dc01" providerId="LiveId" clId="{A651CECB-4A16-4E1F-9771-303000754BE4}" dt="2025-10-25T16:31:57.421" v="932" actId="1076"/>
          <ac:spMkLst>
            <pc:docMk/>
            <pc:sldMk cId="913307561" sldId="271"/>
            <ac:spMk id="3" creationId="{823B9DC6-2BFC-D33F-331C-3B2E77C4C199}"/>
          </ac:spMkLst>
        </pc:spChg>
        <pc:spChg chg="add">
          <ac:chgData name="Carl-Philip Wenz" userId="ab85a2b9b6d7dc01" providerId="LiveId" clId="{A651CECB-4A16-4E1F-9771-303000754BE4}" dt="2025-10-25T16:31:15.296" v="901" actId="26606"/>
          <ac:spMkLst>
            <pc:docMk/>
            <pc:sldMk cId="913307561" sldId="271"/>
            <ac:spMk id="16" creationId="{934F1179-B481-4F9E-BCA3-AFB972070F83}"/>
          </ac:spMkLst>
        </pc:spChg>
        <pc:spChg chg="add">
          <ac:chgData name="Carl-Philip Wenz" userId="ab85a2b9b6d7dc01" providerId="LiveId" clId="{A651CECB-4A16-4E1F-9771-303000754BE4}" dt="2025-10-25T16:31:15.296" v="901" actId="26606"/>
          <ac:spMkLst>
            <pc:docMk/>
            <pc:sldMk cId="913307561" sldId="271"/>
            <ac:spMk id="17" creationId="{827DC2C4-B485-428A-BF4A-472D2967F47F}"/>
          </ac:spMkLst>
        </pc:spChg>
        <pc:spChg chg="add">
          <ac:chgData name="Carl-Philip Wenz" userId="ab85a2b9b6d7dc01" providerId="LiveId" clId="{A651CECB-4A16-4E1F-9771-303000754BE4}" dt="2025-10-25T16:31:15.296" v="901" actId="26606"/>
          <ac:spMkLst>
            <pc:docMk/>
            <pc:sldMk cId="913307561" sldId="271"/>
            <ac:spMk id="18" creationId="{EE04B5EB-F158-4507-90DD-BD23620C7CC9}"/>
          </ac:spMkLst>
        </pc:spChg>
      </pc:sldChg>
      <pc:sldChg chg="addSp modSp new mod ord">
        <pc:chgData name="Carl-Philip Wenz" userId="ab85a2b9b6d7dc01" providerId="LiveId" clId="{A651CECB-4A16-4E1F-9771-303000754BE4}" dt="2025-10-26T17:23:48.449" v="1536"/>
        <pc:sldMkLst>
          <pc:docMk/>
          <pc:sldMk cId="2297893732" sldId="272"/>
        </pc:sldMkLst>
        <pc:spChg chg="add mod">
          <ac:chgData name="Carl-Philip Wenz" userId="ab85a2b9b6d7dc01" providerId="LiveId" clId="{A651CECB-4A16-4E1F-9771-303000754BE4}" dt="2025-10-25T16:33:55.601" v="1013" actId="403"/>
          <ac:spMkLst>
            <pc:docMk/>
            <pc:sldMk cId="2297893732" sldId="272"/>
            <ac:spMk id="2" creationId="{BF6177D5-E497-9116-D51D-4F548A4A206A}"/>
          </ac:spMkLst>
        </pc:spChg>
        <pc:picChg chg="add mod">
          <ac:chgData name="Carl-Philip Wenz" userId="ab85a2b9b6d7dc01" providerId="LiveId" clId="{A651CECB-4A16-4E1F-9771-303000754BE4}" dt="2025-10-25T16:32:41.586" v="936" actId="1076"/>
          <ac:picMkLst>
            <pc:docMk/>
            <pc:sldMk cId="2297893732" sldId="272"/>
            <ac:picMk id="2050" creationId="{AAA674CF-AFA9-09F6-B323-A598AA08B6B9}"/>
          </ac:picMkLst>
        </pc:picChg>
      </pc:sldChg>
      <pc:sldChg chg="addSp modSp new mod ord setBg">
        <pc:chgData name="Carl-Philip Wenz" userId="ab85a2b9b6d7dc01" providerId="LiveId" clId="{A651CECB-4A16-4E1F-9771-303000754BE4}" dt="2025-10-26T17:23:48.449" v="1536"/>
        <pc:sldMkLst>
          <pc:docMk/>
          <pc:sldMk cId="2731410987" sldId="273"/>
        </pc:sldMkLst>
        <pc:spChg chg="add mod">
          <ac:chgData name="Carl-Philip Wenz" userId="ab85a2b9b6d7dc01" providerId="LiveId" clId="{A651CECB-4A16-4E1F-9771-303000754BE4}" dt="2025-10-25T16:33:25.237" v="973" actId="403"/>
          <ac:spMkLst>
            <pc:docMk/>
            <pc:sldMk cId="2731410987" sldId="273"/>
            <ac:spMk id="2" creationId="{6D295B58-09E2-2D52-6003-67AB15A2E748}"/>
          </ac:spMkLst>
        </pc:spChg>
        <pc:spChg chg="add">
          <ac:chgData name="Carl-Philip Wenz" userId="ab85a2b9b6d7dc01" providerId="LiveId" clId="{A651CECB-4A16-4E1F-9771-303000754BE4}" dt="2025-10-25T16:33:18.691" v="966" actId="26606"/>
          <ac:spMkLst>
            <pc:docMk/>
            <pc:sldMk cId="2731410987" sldId="273"/>
            <ac:spMk id="8" creationId="{7DA3C418-758E-4180-A5D0-8655D6804587}"/>
          </ac:spMkLst>
        </pc:spChg>
        <pc:spChg chg="add">
          <ac:chgData name="Carl-Philip Wenz" userId="ab85a2b9b6d7dc01" providerId="LiveId" clId="{A651CECB-4A16-4E1F-9771-303000754BE4}" dt="2025-10-25T16:33:18.691" v="966" actId="26606"/>
          <ac:spMkLst>
            <pc:docMk/>
            <pc:sldMk cId="2731410987" sldId="273"/>
            <ac:spMk id="10" creationId="{28C8EF06-5EC3-4883-AFAF-D74FF46550FB}"/>
          </ac:spMkLst>
        </pc:spChg>
        <pc:picChg chg="add">
          <ac:chgData name="Carl-Philip Wenz" userId="ab85a2b9b6d7dc01" providerId="LiveId" clId="{A651CECB-4A16-4E1F-9771-303000754BE4}" dt="2025-10-25T16:33:18.691" v="966" actId="26606"/>
          <ac:picMkLst>
            <pc:docMk/>
            <pc:sldMk cId="2731410987" sldId="273"/>
            <ac:picMk id="4" creationId="{1F922373-849C-A3BD-B8D1-EB34211C0EA0}"/>
          </ac:picMkLst>
        </pc:picChg>
      </pc:sldChg>
      <pc:sldChg chg="addSp delSp modSp new mod ord">
        <pc:chgData name="Carl-Philip Wenz" userId="ab85a2b9b6d7dc01" providerId="LiveId" clId="{A651CECB-4A16-4E1F-9771-303000754BE4}" dt="2025-10-26T17:23:48.449" v="1536"/>
        <pc:sldMkLst>
          <pc:docMk/>
          <pc:sldMk cId="3728176422" sldId="274"/>
        </pc:sldMkLst>
        <pc:spChg chg="add mod">
          <ac:chgData name="Carl-Philip Wenz" userId="ab85a2b9b6d7dc01" providerId="LiveId" clId="{A651CECB-4A16-4E1F-9771-303000754BE4}" dt="2025-10-25T16:37:49.668" v="1050"/>
          <ac:spMkLst>
            <pc:docMk/>
            <pc:sldMk cId="3728176422" sldId="274"/>
            <ac:spMk id="12" creationId="{A325207E-9D6D-6337-6F48-479F5BDFEBDB}"/>
          </ac:spMkLst>
        </pc:spChg>
        <pc:spChg chg="add mod">
          <ac:chgData name="Carl-Philip Wenz" userId="ab85a2b9b6d7dc01" providerId="LiveId" clId="{A651CECB-4A16-4E1F-9771-303000754BE4}" dt="2025-10-25T16:38:28.291" v="1089" actId="403"/>
          <ac:spMkLst>
            <pc:docMk/>
            <pc:sldMk cId="3728176422" sldId="274"/>
            <ac:spMk id="13" creationId="{F2C8F3E2-4EF1-DEDA-5AFC-D700B23CD25B}"/>
          </ac:spMkLst>
        </pc:spChg>
        <pc:picChg chg="add mod">
          <ac:chgData name="Carl-Philip Wenz" userId="ab85a2b9b6d7dc01" providerId="LiveId" clId="{A651CECB-4A16-4E1F-9771-303000754BE4}" dt="2025-10-25T16:38:01.623" v="1055" actId="1076"/>
          <ac:picMkLst>
            <pc:docMk/>
            <pc:sldMk cId="3728176422" sldId="274"/>
            <ac:picMk id="3" creationId="{75D97F82-32CD-312F-1BCE-4B5BA515C6A8}"/>
          </ac:picMkLst>
        </pc:picChg>
        <pc:picChg chg="add mod">
          <ac:chgData name="Carl-Philip Wenz" userId="ab85a2b9b6d7dc01" providerId="LiveId" clId="{A651CECB-4A16-4E1F-9771-303000754BE4}" dt="2025-10-25T16:38:12.479" v="1060" actId="1076"/>
          <ac:picMkLst>
            <pc:docMk/>
            <pc:sldMk cId="3728176422" sldId="274"/>
            <ac:picMk id="5" creationId="{5E540C9C-F816-467E-9B5A-C120486D350D}"/>
          </ac:picMkLst>
        </pc:picChg>
        <pc:picChg chg="add mod modCrop">
          <ac:chgData name="Carl-Philip Wenz" userId="ab85a2b9b6d7dc01" providerId="LiveId" clId="{A651CECB-4A16-4E1F-9771-303000754BE4}" dt="2025-10-25T16:38:06.323" v="1057" actId="14100"/>
          <ac:picMkLst>
            <pc:docMk/>
            <pc:sldMk cId="3728176422" sldId="274"/>
            <ac:picMk id="8" creationId="{41EB37E2-2A56-816A-E039-098415D88BCB}"/>
          </ac:picMkLst>
        </pc:picChg>
        <pc:picChg chg="add mod">
          <ac:chgData name="Carl-Philip Wenz" userId="ab85a2b9b6d7dc01" providerId="LiveId" clId="{A651CECB-4A16-4E1F-9771-303000754BE4}" dt="2025-10-25T16:37:59.473" v="1054" actId="1076"/>
          <ac:picMkLst>
            <pc:docMk/>
            <pc:sldMk cId="3728176422" sldId="274"/>
            <ac:picMk id="11" creationId="{7AE623F8-A5A4-EE99-6FDE-FD5390F57DFC}"/>
          </ac:picMkLst>
        </pc:picChg>
      </pc:sldChg>
      <pc:sldChg chg="addSp modSp new mod ord">
        <pc:chgData name="Carl-Philip Wenz" userId="ab85a2b9b6d7dc01" providerId="LiveId" clId="{A651CECB-4A16-4E1F-9771-303000754BE4}" dt="2025-10-26T17:23:48.449" v="1536"/>
        <pc:sldMkLst>
          <pc:docMk/>
          <pc:sldMk cId="3442835167" sldId="275"/>
        </pc:sldMkLst>
        <pc:spChg chg="add mod">
          <ac:chgData name="Carl-Philip Wenz" userId="ab85a2b9b6d7dc01" providerId="LiveId" clId="{A651CECB-4A16-4E1F-9771-303000754BE4}" dt="2025-10-25T16:40:49.855" v="1245" actId="1076"/>
          <ac:spMkLst>
            <pc:docMk/>
            <pc:sldMk cId="3442835167" sldId="275"/>
            <ac:spMk id="4" creationId="{6BC42664-9C0E-471F-36AC-A2B6E9BCE1FB}"/>
          </ac:spMkLst>
        </pc:spChg>
        <pc:spChg chg="add mod">
          <ac:chgData name="Carl-Philip Wenz" userId="ab85a2b9b6d7dc01" providerId="LiveId" clId="{A651CECB-4A16-4E1F-9771-303000754BE4}" dt="2025-10-25T16:40:51.320" v="1246" actId="1076"/>
          <ac:spMkLst>
            <pc:docMk/>
            <pc:sldMk cId="3442835167" sldId="275"/>
            <ac:spMk id="5" creationId="{7978FFC2-B7F2-76EA-B137-439688B1513B}"/>
          </ac:spMkLst>
        </pc:spChg>
        <pc:spChg chg="add mod">
          <ac:chgData name="Carl-Philip Wenz" userId="ab85a2b9b6d7dc01" providerId="LiveId" clId="{A651CECB-4A16-4E1F-9771-303000754BE4}" dt="2025-10-25T16:40:55.555" v="1248" actId="1076"/>
          <ac:spMkLst>
            <pc:docMk/>
            <pc:sldMk cId="3442835167" sldId="275"/>
            <ac:spMk id="6" creationId="{91ECC1DB-C185-8F8E-0928-F9886A13B3CF}"/>
          </ac:spMkLst>
        </pc:spChg>
        <pc:spChg chg="add mod">
          <ac:chgData name="Carl-Philip Wenz" userId="ab85a2b9b6d7dc01" providerId="LiveId" clId="{A651CECB-4A16-4E1F-9771-303000754BE4}" dt="2025-10-25T16:40:58.425" v="1249" actId="1076"/>
          <ac:spMkLst>
            <pc:docMk/>
            <pc:sldMk cId="3442835167" sldId="275"/>
            <ac:spMk id="7" creationId="{93E0EC6D-2F7B-2908-D23A-83E7AA693241}"/>
          </ac:spMkLst>
        </pc:spChg>
        <pc:spChg chg="add mod">
          <ac:chgData name="Carl-Philip Wenz" userId="ab85a2b9b6d7dc01" providerId="LiveId" clId="{A651CECB-4A16-4E1F-9771-303000754BE4}" dt="2025-10-25T16:41:34.818" v="1278" actId="14100"/>
          <ac:spMkLst>
            <pc:docMk/>
            <pc:sldMk cId="3442835167" sldId="275"/>
            <ac:spMk id="8" creationId="{C2284FC5-7627-5CEB-96EE-D7AFAF1C1847}"/>
          </ac:spMkLst>
        </pc:spChg>
        <pc:spChg chg="add mod">
          <ac:chgData name="Carl-Philip Wenz" userId="ab85a2b9b6d7dc01" providerId="LiveId" clId="{A651CECB-4A16-4E1F-9771-303000754BE4}" dt="2025-10-25T16:41:59.275" v="1303" actId="1076"/>
          <ac:spMkLst>
            <pc:docMk/>
            <pc:sldMk cId="3442835167" sldId="275"/>
            <ac:spMk id="9" creationId="{F5B1CC14-2CE6-2890-FE45-F17D2D464FFC}"/>
          </ac:spMkLst>
        </pc:spChg>
        <pc:spChg chg="add mod">
          <ac:chgData name="Carl-Philip Wenz" userId="ab85a2b9b6d7dc01" providerId="LiveId" clId="{A651CECB-4A16-4E1F-9771-303000754BE4}" dt="2025-10-25T16:44:12.415" v="1386" actId="403"/>
          <ac:spMkLst>
            <pc:docMk/>
            <pc:sldMk cId="3442835167" sldId="275"/>
            <ac:spMk id="10" creationId="{6F54246D-C31E-BFF0-026C-A502314EDD87}"/>
          </ac:spMkLst>
        </pc:spChg>
        <pc:picChg chg="add mod">
          <ac:chgData name="Carl-Philip Wenz" userId="ab85a2b9b6d7dc01" providerId="LiveId" clId="{A651CECB-4A16-4E1F-9771-303000754BE4}" dt="2025-10-25T16:40:52.885" v="1247" actId="1076"/>
          <ac:picMkLst>
            <pc:docMk/>
            <pc:sldMk cId="3442835167" sldId="275"/>
            <ac:picMk id="3" creationId="{DCC75933-FB4B-ABCD-24BC-943672A6C5FA}"/>
          </ac:picMkLst>
        </pc:picChg>
      </pc:sldChg>
      <pc:sldChg chg="addSp modSp new mod ord setBg">
        <pc:chgData name="Carl-Philip Wenz" userId="ab85a2b9b6d7dc01" providerId="LiveId" clId="{A651CECB-4A16-4E1F-9771-303000754BE4}" dt="2025-10-25T16:42:42.863" v="1329"/>
        <pc:sldMkLst>
          <pc:docMk/>
          <pc:sldMk cId="3402376543" sldId="276"/>
        </pc:sldMkLst>
        <pc:spChg chg="add mod">
          <ac:chgData name="Carl-Philip Wenz" userId="ab85a2b9b6d7dc01" providerId="LiveId" clId="{A651CECB-4A16-4E1F-9771-303000754BE4}" dt="2025-10-25T16:42:31.489" v="1327" actId="26606"/>
          <ac:spMkLst>
            <pc:docMk/>
            <pc:sldMk cId="3402376543" sldId="276"/>
            <ac:spMk id="2" creationId="{68E4C659-44FA-0EE4-91CE-E3EB6FCF0F99}"/>
          </ac:spMkLst>
        </pc:spChg>
        <pc:spChg chg="add">
          <ac:chgData name="Carl-Philip Wenz" userId="ab85a2b9b6d7dc01" providerId="LiveId" clId="{A651CECB-4A16-4E1F-9771-303000754BE4}" dt="2025-10-25T16:42:31.489" v="1327" actId="26606"/>
          <ac:spMkLst>
            <pc:docMk/>
            <pc:sldMk cId="3402376543" sldId="276"/>
            <ac:spMk id="8" creationId="{C73BBEEF-B456-4A39-B44B-5A53E698A15D}"/>
          </ac:spMkLst>
        </pc:spChg>
        <pc:spChg chg="add">
          <ac:chgData name="Carl-Philip Wenz" userId="ab85a2b9b6d7dc01" providerId="LiveId" clId="{A651CECB-4A16-4E1F-9771-303000754BE4}" dt="2025-10-25T16:42:31.489" v="1327" actId="26606"/>
          <ac:spMkLst>
            <pc:docMk/>
            <pc:sldMk cId="3402376543" sldId="276"/>
            <ac:spMk id="10" creationId="{13A48C6C-3CC4-4EE5-A773-EC1EB7F59CD4}"/>
          </ac:spMkLst>
        </pc:spChg>
        <pc:spChg chg="add">
          <ac:chgData name="Carl-Philip Wenz" userId="ab85a2b9b6d7dc01" providerId="LiveId" clId="{A651CECB-4A16-4E1F-9771-303000754BE4}" dt="2025-10-25T16:42:31.489" v="1327" actId="26606"/>
          <ac:spMkLst>
            <pc:docMk/>
            <pc:sldMk cId="3402376543" sldId="276"/>
            <ac:spMk id="12" creationId="{F489C2E0-4895-4B72-85EA-7EE9FAFFDC7E}"/>
          </ac:spMkLst>
        </pc:spChg>
        <pc:picChg chg="add">
          <ac:chgData name="Carl-Philip Wenz" userId="ab85a2b9b6d7dc01" providerId="LiveId" clId="{A651CECB-4A16-4E1F-9771-303000754BE4}" dt="2025-10-25T16:42:31.489" v="1327" actId="26606"/>
          <ac:picMkLst>
            <pc:docMk/>
            <pc:sldMk cId="3402376543" sldId="276"/>
            <ac:picMk id="4" creationId="{C51B5DE1-113F-2B15-BA3F-80BB096E5559}"/>
          </ac:picMkLst>
        </pc:picChg>
      </pc:sldChg>
      <pc:sldChg chg="addSp modSp new mod">
        <pc:chgData name="Carl-Philip Wenz" userId="ab85a2b9b6d7dc01" providerId="LiveId" clId="{A651CECB-4A16-4E1F-9771-303000754BE4}" dt="2025-10-26T17:29:13.195" v="1878" actId="403"/>
        <pc:sldMkLst>
          <pc:docMk/>
          <pc:sldMk cId="528216133" sldId="277"/>
        </pc:sldMkLst>
        <pc:spChg chg="add mod">
          <ac:chgData name="Carl-Philip Wenz" userId="ab85a2b9b6d7dc01" providerId="LiveId" clId="{A651CECB-4A16-4E1F-9771-303000754BE4}" dt="2025-10-26T17:24:28.226" v="1575" actId="403"/>
          <ac:spMkLst>
            <pc:docMk/>
            <pc:sldMk cId="528216133" sldId="277"/>
            <ac:spMk id="2" creationId="{602EC3F3-B6F4-1ECD-BDC0-F01F80E16E93}"/>
          </ac:spMkLst>
        </pc:spChg>
        <pc:graphicFrameChg chg="add mod modGraphic">
          <ac:chgData name="Carl-Philip Wenz" userId="ab85a2b9b6d7dc01" providerId="LiveId" clId="{A651CECB-4A16-4E1F-9771-303000754BE4}" dt="2025-10-26T17:29:13.195" v="1878" actId="403"/>
          <ac:graphicFrameMkLst>
            <pc:docMk/>
            <pc:sldMk cId="528216133" sldId="277"/>
            <ac:graphicFrameMk id="3" creationId="{56BA20F2-5886-5AE5-89E4-B0271A6BF172}"/>
          </ac:graphicFrameMkLst>
        </pc:graphicFrameChg>
      </pc:sldChg>
      <pc:sldChg chg="addSp modSp new mod">
        <pc:chgData name="Carl-Philip Wenz" userId="ab85a2b9b6d7dc01" providerId="LiveId" clId="{A651CECB-4A16-4E1F-9771-303000754BE4}" dt="2025-10-26T17:47:36.087" v="2241" actId="20577"/>
        <pc:sldMkLst>
          <pc:docMk/>
          <pc:sldMk cId="4086873362" sldId="278"/>
        </pc:sldMkLst>
        <pc:spChg chg="add mod">
          <ac:chgData name="Carl-Philip Wenz" userId="ab85a2b9b6d7dc01" providerId="LiveId" clId="{A651CECB-4A16-4E1F-9771-303000754BE4}" dt="2025-10-26T17:38:17.204" v="1961" actId="403"/>
          <ac:spMkLst>
            <pc:docMk/>
            <pc:sldMk cId="4086873362" sldId="278"/>
            <ac:spMk id="4" creationId="{F0234DDD-E7E3-5C10-A8F9-8E6CE8EABD69}"/>
          </ac:spMkLst>
        </pc:spChg>
        <pc:spChg chg="add mod">
          <ac:chgData name="Carl-Philip Wenz" userId="ab85a2b9b6d7dc01" providerId="LiveId" clId="{A651CECB-4A16-4E1F-9771-303000754BE4}" dt="2025-10-26T17:46:45.212" v="2215" actId="1076"/>
          <ac:spMkLst>
            <pc:docMk/>
            <pc:sldMk cId="4086873362" sldId="278"/>
            <ac:spMk id="6" creationId="{77552FB9-021D-5FFA-FEAF-625A524E4262}"/>
          </ac:spMkLst>
        </pc:spChg>
        <pc:spChg chg="add mod">
          <ac:chgData name="Carl-Philip Wenz" userId="ab85a2b9b6d7dc01" providerId="LiveId" clId="{A651CECB-4A16-4E1F-9771-303000754BE4}" dt="2025-10-26T17:47:36.087" v="2241" actId="20577"/>
          <ac:spMkLst>
            <pc:docMk/>
            <pc:sldMk cId="4086873362" sldId="278"/>
            <ac:spMk id="9" creationId="{C1433088-7E52-38C8-AFC0-D0BB2BFA3AB6}"/>
          </ac:spMkLst>
        </pc:spChg>
        <pc:picChg chg="add mod">
          <ac:chgData name="Carl-Philip Wenz" userId="ab85a2b9b6d7dc01" providerId="LiveId" clId="{A651CECB-4A16-4E1F-9771-303000754BE4}" dt="2025-10-26T17:46:49.514" v="2217" actId="1076"/>
          <ac:picMkLst>
            <pc:docMk/>
            <pc:sldMk cId="4086873362" sldId="278"/>
            <ac:picMk id="3" creationId="{A101FFE9-D903-CE31-00FB-CEC0BFD22909}"/>
          </ac:picMkLst>
        </pc:picChg>
        <pc:picChg chg="add mod">
          <ac:chgData name="Carl-Philip Wenz" userId="ab85a2b9b6d7dc01" providerId="LiveId" clId="{A651CECB-4A16-4E1F-9771-303000754BE4}" dt="2025-10-26T17:46:45.212" v="2215" actId="1076"/>
          <ac:picMkLst>
            <pc:docMk/>
            <pc:sldMk cId="4086873362" sldId="278"/>
            <ac:picMk id="5" creationId="{E9B1AFE5-ED3E-6D6C-CEEB-926164463E0B}"/>
          </ac:picMkLst>
        </pc:picChg>
        <pc:cxnChg chg="add mod">
          <ac:chgData name="Carl-Philip Wenz" userId="ab85a2b9b6d7dc01" providerId="LiveId" clId="{A651CECB-4A16-4E1F-9771-303000754BE4}" dt="2025-10-26T17:47:10.108" v="2220" actId="1582"/>
          <ac:cxnSpMkLst>
            <pc:docMk/>
            <pc:sldMk cId="4086873362" sldId="278"/>
            <ac:cxnSpMk id="8" creationId="{1F6A0715-49A7-3E65-FDAE-A9893E5CB2B0}"/>
          </ac:cxnSpMkLst>
        </pc:cxnChg>
      </pc:sldChg>
      <pc:sldChg chg="addSp modSp new mod ord">
        <pc:chgData name="Carl-Philip Wenz" userId="ab85a2b9b6d7dc01" providerId="LiveId" clId="{A651CECB-4A16-4E1F-9771-303000754BE4}" dt="2025-10-26T17:53:29.198" v="2630" actId="1076"/>
        <pc:sldMkLst>
          <pc:docMk/>
          <pc:sldMk cId="841498355" sldId="279"/>
        </pc:sldMkLst>
        <pc:spChg chg="add mod">
          <ac:chgData name="Carl-Philip Wenz" userId="ab85a2b9b6d7dc01" providerId="LiveId" clId="{A651CECB-4A16-4E1F-9771-303000754BE4}" dt="2025-10-26T17:38:59.985" v="2024" actId="403"/>
          <ac:spMkLst>
            <pc:docMk/>
            <pc:sldMk cId="841498355" sldId="279"/>
            <ac:spMk id="2" creationId="{B4BCC4F3-1911-34DF-D57D-1A2741783142}"/>
          </ac:spMkLst>
        </pc:spChg>
        <pc:spChg chg="add mod">
          <ac:chgData name="Carl-Philip Wenz" userId="ab85a2b9b6d7dc01" providerId="LiveId" clId="{A651CECB-4A16-4E1F-9771-303000754BE4}" dt="2025-10-26T17:40:24.985" v="2049" actId="1076"/>
          <ac:spMkLst>
            <pc:docMk/>
            <pc:sldMk cId="841498355" sldId="279"/>
            <ac:spMk id="5" creationId="{D5F8EA3F-DDCA-33F7-807C-487E858D2883}"/>
          </ac:spMkLst>
        </pc:spChg>
        <pc:spChg chg="add mod">
          <ac:chgData name="Carl-Philip Wenz" userId="ab85a2b9b6d7dc01" providerId="LiveId" clId="{A651CECB-4A16-4E1F-9771-303000754BE4}" dt="2025-10-26T17:45:07.398" v="2193" actId="20577"/>
          <ac:spMkLst>
            <pc:docMk/>
            <pc:sldMk cId="841498355" sldId="279"/>
            <ac:spMk id="6" creationId="{A690498D-8052-81D0-771F-9BC6193065E3}"/>
          </ac:spMkLst>
        </pc:spChg>
        <pc:spChg chg="add mod">
          <ac:chgData name="Carl-Philip Wenz" userId="ab85a2b9b6d7dc01" providerId="LiveId" clId="{A651CECB-4A16-4E1F-9771-303000754BE4}" dt="2025-10-26T17:44:49.639" v="2174" actId="14100"/>
          <ac:spMkLst>
            <pc:docMk/>
            <pc:sldMk cId="841498355" sldId="279"/>
            <ac:spMk id="10" creationId="{F2CDC81D-74EF-D4AA-7FCB-414F00477B12}"/>
          </ac:spMkLst>
        </pc:spChg>
        <pc:spChg chg="add mod">
          <ac:chgData name="Carl-Philip Wenz" userId="ab85a2b9b6d7dc01" providerId="LiveId" clId="{A651CECB-4A16-4E1F-9771-303000754BE4}" dt="2025-10-26T17:42:57.281" v="2102" actId="1076"/>
          <ac:spMkLst>
            <pc:docMk/>
            <pc:sldMk cId="841498355" sldId="279"/>
            <ac:spMk id="11" creationId="{15EA9A2F-D3B2-F2CC-E081-855FD2AE33D2}"/>
          </ac:spMkLst>
        </pc:spChg>
        <pc:picChg chg="add mod">
          <ac:chgData name="Carl-Philip Wenz" userId="ab85a2b9b6d7dc01" providerId="LiveId" clId="{A651CECB-4A16-4E1F-9771-303000754BE4}" dt="2025-10-26T17:40:24.985" v="2049" actId="1076"/>
          <ac:picMkLst>
            <pc:docMk/>
            <pc:sldMk cId="841498355" sldId="279"/>
            <ac:picMk id="4" creationId="{54D651E1-ED41-3441-67C7-F492FBD0D20F}"/>
          </ac:picMkLst>
        </pc:picChg>
        <pc:picChg chg="add mod">
          <ac:chgData name="Carl-Philip Wenz" userId="ab85a2b9b6d7dc01" providerId="LiveId" clId="{A651CECB-4A16-4E1F-9771-303000754BE4}" dt="2025-10-26T17:53:29.198" v="2630" actId="1076"/>
          <ac:picMkLst>
            <pc:docMk/>
            <pc:sldMk cId="841498355" sldId="279"/>
            <ac:picMk id="7" creationId="{A65CA467-9ED2-F32E-12E5-08CE6B0E78F8}"/>
          </ac:picMkLst>
        </pc:picChg>
        <pc:picChg chg="add mod ord">
          <ac:chgData name="Carl-Philip Wenz" userId="ab85a2b9b6d7dc01" providerId="LiveId" clId="{A651CECB-4A16-4E1F-9771-303000754BE4}" dt="2025-10-26T17:44:43.356" v="2156" actId="1076"/>
          <ac:picMkLst>
            <pc:docMk/>
            <pc:sldMk cId="841498355" sldId="279"/>
            <ac:picMk id="9" creationId="{B714AD2F-A008-AF8E-1F28-7739E8C96215}"/>
          </ac:picMkLst>
        </pc:picChg>
        <pc:picChg chg="add mod">
          <ac:chgData name="Carl-Philip Wenz" userId="ab85a2b9b6d7dc01" providerId="LiveId" clId="{A651CECB-4A16-4E1F-9771-303000754BE4}" dt="2025-10-26T17:53:26.715" v="2629" actId="1076"/>
          <ac:picMkLst>
            <pc:docMk/>
            <pc:sldMk cId="841498355" sldId="279"/>
            <ac:picMk id="14" creationId="{08A0CD72-7BD1-EB7F-C3A8-BFCD3ED8A37D}"/>
          </ac:picMkLst>
        </pc:picChg>
        <pc:picChg chg="add mod">
          <ac:chgData name="Carl-Philip Wenz" userId="ab85a2b9b6d7dc01" providerId="LiveId" clId="{A651CECB-4A16-4E1F-9771-303000754BE4}" dt="2025-10-26T17:46:10.471" v="2207" actId="1076"/>
          <ac:picMkLst>
            <pc:docMk/>
            <pc:sldMk cId="841498355" sldId="279"/>
            <ac:picMk id="16" creationId="{CD14BA0E-5D74-F6BB-4E2F-8CE846375DFF}"/>
          </ac:picMkLst>
        </pc:picChg>
      </pc:sldChg>
      <pc:sldChg chg="addSp modSp new mod">
        <pc:chgData name="Carl-Philip Wenz" userId="ab85a2b9b6d7dc01" providerId="LiveId" clId="{A651CECB-4A16-4E1F-9771-303000754BE4}" dt="2025-10-26T17:52:58.490" v="2628" actId="20577"/>
        <pc:sldMkLst>
          <pc:docMk/>
          <pc:sldMk cId="3665446153" sldId="280"/>
        </pc:sldMkLst>
        <pc:spChg chg="add mod">
          <ac:chgData name="Carl-Philip Wenz" userId="ab85a2b9b6d7dc01" providerId="LiveId" clId="{A651CECB-4A16-4E1F-9771-303000754BE4}" dt="2025-10-26T17:48:39.369" v="2274" actId="20577"/>
          <ac:spMkLst>
            <pc:docMk/>
            <pc:sldMk cId="3665446153" sldId="280"/>
            <ac:spMk id="2" creationId="{76BE02FB-0D53-FA9A-832C-A58237BAB646}"/>
          </ac:spMkLst>
        </pc:spChg>
        <pc:graphicFrameChg chg="add mod modGraphic">
          <ac:chgData name="Carl-Philip Wenz" userId="ab85a2b9b6d7dc01" providerId="LiveId" clId="{A651CECB-4A16-4E1F-9771-303000754BE4}" dt="2025-10-26T17:52:58.490" v="2628" actId="20577"/>
          <ac:graphicFrameMkLst>
            <pc:docMk/>
            <pc:sldMk cId="3665446153" sldId="280"/>
            <ac:graphicFrameMk id="3" creationId="{95B75CD1-3D2E-74B8-817F-DF56D8A636D3}"/>
          </ac:graphicFrameMkLst>
        </pc:graphicFrameChg>
        <pc:picChg chg="add mod">
          <ac:chgData name="Carl-Philip Wenz" userId="ab85a2b9b6d7dc01" providerId="LiveId" clId="{A651CECB-4A16-4E1F-9771-303000754BE4}" dt="2025-10-26T17:48:47.309" v="2275" actId="1076"/>
          <ac:picMkLst>
            <pc:docMk/>
            <pc:sldMk cId="3665446153" sldId="280"/>
            <ac:picMk id="1026" creationId="{CFDE74FD-B65A-72AC-22EC-C62D9722E74A}"/>
          </ac:picMkLst>
        </pc:picChg>
      </pc:sldChg>
      <pc:sldChg chg="addSp modSp new mod">
        <pc:chgData name="Carl-Philip Wenz" userId="ab85a2b9b6d7dc01" providerId="LiveId" clId="{A651CECB-4A16-4E1F-9771-303000754BE4}" dt="2025-10-26T18:18:10.650" v="2694" actId="13822"/>
        <pc:sldMkLst>
          <pc:docMk/>
          <pc:sldMk cId="43044729" sldId="281"/>
        </pc:sldMkLst>
        <pc:spChg chg="add mod">
          <ac:chgData name="Carl-Philip Wenz" userId="ab85a2b9b6d7dc01" providerId="LiveId" clId="{A651CECB-4A16-4E1F-9771-303000754BE4}" dt="2025-10-26T18:17:37.918" v="2665" actId="403"/>
          <ac:spMkLst>
            <pc:docMk/>
            <pc:sldMk cId="43044729" sldId="281"/>
            <ac:spMk id="2" creationId="{E81743F2-DF7E-7354-B089-B0304723E960}"/>
          </ac:spMkLst>
        </pc:spChg>
        <pc:spChg chg="add mod">
          <ac:chgData name="Carl-Philip Wenz" userId="ab85a2b9b6d7dc01" providerId="LiveId" clId="{A651CECB-4A16-4E1F-9771-303000754BE4}" dt="2025-10-26T18:18:10.650" v="2694" actId="13822"/>
          <ac:spMkLst>
            <pc:docMk/>
            <pc:sldMk cId="43044729" sldId="281"/>
            <ac:spMk id="3" creationId="{A33FB29A-1C88-85BD-D20C-80D2544F6046}"/>
          </ac:spMkLst>
        </pc:spChg>
      </pc:sldChg>
      <pc:sldChg chg="addSp delSp modSp new mod">
        <pc:chgData name="Carl-Philip Wenz" userId="ab85a2b9b6d7dc01" providerId="LiveId" clId="{A651CECB-4A16-4E1F-9771-303000754BE4}" dt="2025-10-26T18:23:22.004" v="2899" actId="207"/>
        <pc:sldMkLst>
          <pc:docMk/>
          <pc:sldMk cId="1701607055" sldId="282"/>
        </pc:sldMkLst>
        <pc:spChg chg="add mod">
          <ac:chgData name="Carl-Philip Wenz" userId="ab85a2b9b6d7dc01" providerId="LiveId" clId="{A651CECB-4A16-4E1F-9771-303000754BE4}" dt="2025-10-26T18:18:49.213" v="2714" actId="207"/>
          <ac:spMkLst>
            <pc:docMk/>
            <pc:sldMk cId="1701607055" sldId="282"/>
            <ac:spMk id="2" creationId="{D11C46AB-DE78-EF22-11F4-8719108BB497}"/>
          </ac:spMkLst>
        </pc:spChg>
        <pc:spChg chg="add mod">
          <ac:chgData name="Carl-Philip Wenz" userId="ab85a2b9b6d7dc01" providerId="LiveId" clId="{A651CECB-4A16-4E1F-9771-303000754BE4}" dt="2025-10-26T18:21:36.331" v="2816" actId="1076"/>
          <ac:spMkLst>
            <pc:docMk/>
            <pc:sldMk cId="1701607055" sldId="282"/>
            <ac:spMk id="3" creationId="{B8595508-1905-690B-C0CD-FB1AD362990A}"/>
          </ac:spMkLst>
        </pc:spChg>
        <pc:spChg chg="add mod">
          <ac:chgData name="Carl-Philip Wenz" userId="ab85a2b9b6d7dc01" providerId="LiveId" clId="{A651CECB-4A16-4E1F-9771-303000754BE4}" dt="2025-10-26T18:21:36.331" v="2816" actId="1076"/>
          <ac:spMkLst>
            <pc:docMk/>
            <pc:sldMk cId="1701607055" sldId="282"/>
            <ac:spMk id="4" creationId="{BCCE1A05-370B-3BBC-94A4-568E90AEF99A}"/>
          </ac:spMkLst>
        </pc:spChg>
        <pc:spChg chg="add mod">
          <ac:chgData name="Carl-Philip Wenz" userId="ab85a2b9b6d7dc01" providerId="LiveId" clId="{A651CECB-4A16-4E1F-9771-303000754BE4}" dt="2025-10-26T18:21:36.331" v="2816" actId="1076"/>
          <ac:spMkLst>
            <pc:docMk/>
            <pc:sldMk cId="1701607055" sldId="282"/>
            <ac:spMk id="5" creationId="{C0E1B858-14D2-D4C4-47F7-FD672658F097}"/>
          </ac:spMkLst>
        </pc:spChg>
        <pc:spChg chg="add mod">
          <ac:chgData name="Carl-Philip Wenz" userId="ab85a2b9b6d7dc01" providerId="LiveId" clId="{A651CECB-4A16-4E1F-9771-303000754BE4}" dt="2025-10-26T18:21:36.331" v="2816" actId="1076"/>
          <ac:spMkLst>
            <pc:docMk/>
            <pc:sldMk cId="1701607055" sldId="282"/>
            <ac:spMk id="6" creationId="{B7DEACD7-441A-597B-BE6C-965EA57EEC50}"/>
          </ac:spMkLst>
        </pc:spChg>
        <pc:spChg chg="add mod">
          <ac:chgData name="Carl-Philip Wenz" userId="ab85a2b9b6d7dc01" providerId="LiveId" clId="{A651CECB-4A16-4E1F-9771-303000754BE4}" dt="2025-10-26T18:21:36.331" v="2816" actId="1076"/>
          <ac:spMkLst>
            <pc:docMk/>
            <pc:sldMk cId="1701607055" sldId="282"/>
            <ac:spMk id="7" creationId="{80621648-C510-6302-1B98-F09D9ADA4AA6}"/>
          </ac:spMkLst>
        </pc:spChg>
        <pc:spChg chg="add mod">
          <ac:chgData name="Carl-Philip Wenz" userId="ab85a2b9b6d7dc01" providerId="LiveId" clId="{A651CECB-4A16-4E1F-9771-303000754BE4}" dt="2025-10-26T18:21:36.331" v="2816" actId="1076"/>
          <ac:spMkLst>
            <pc:docMk/>
            <pc:sldMk cId="1701607055" sldId="282"/>
            <ac:spMk id="8" creationId="{0B3F7DAE-B4A7-2C1F-CFF9-AA93F0EAB33E}"/>
          </ac:spMkLst>
        </pc:spChg>
        <pc:spChg chg="add mod">
          <ac:chgData name="Carl-Philip Wenz" userId="ab85a2b9b6d7dc01" providerId="LiveId" clId="{A651CECB-4A16-4E1F-9771-303000754BE4}" dt="2025-10-26T18:21:36.331" v="2816" actId="1076"/>
          <ac:spMkLst>
            <pc:docMk/>
            <pc:sldMk cId="1701607055" sldId="282"/>
            <ac:spMk id="9" creationId="{5B006AA6-675E-E704-1CCE-4E39C43E97A5}"/>
          </ac:spMkLst>
        </pc:spChg>
        <pc:spChg chg="add mod">
          <ac:chgData name="Carl-Philip Wenz" userId="ab85a2b9b6d7dc01" providerId="LiveId" clId="{A651CECB-4A16-4E1F-9771-303000754BE4}" dt="2025-10-26T18:21:36.331" v="2816" actId="1076"/>
          <ac:spMkLst>
            <pc:docMk/>
            <pc:sldMk cId="1701607055" sldId="282"/>
            <ac:spMk id="10" creationId="{26C203B2-A7DE-C9F9-2083-9A2D65C68B4F}"/>
          </ac:spMkLst>
        </pc:spChg>
        <pc:spChg chg="add mod">
          <ac:chgData name="Carl-Philip Wenz" userId="ab85a2b9b6d7dc01" providerId="LiveId" clId="{A651CECB-4A16-4E1F-9771-303000754BE4}" dt="2025-10-26T18:23:22.004" v="2899" actId="207"/>
          <ac:spMkLst>
            <pc:docMk/>
            <pc:sldMk cId="1701607055" sldId="282"/>
            <ac:spMk id="13" creationId="{8AE63393-A626-FAF7-CC61-2C4419901B50}"/>
          </ac:spMkLst>
        </pc:spChg>
      </pc:sldChg>
      <pc:sldChg chg="addSp delSp modSp add mod">
        <pc:chgData name="Carl-Philip Wenz" userId="ab85a2b9b6d7dc01" providerId="LiveId" clId="{A651CECB-4A16-4E1F-9771-303000754BE4}" dt="2025-10-26T18:31:28.572" v="3074" actId="20577"/>
        <pc:sldMkLst>
          <pc:docMk/>
          <pc:sldMk cId="3107669370" sldId="283"/>
        </pc:sldMkLst>
        <pc:spChg chg="mod">
          <ac:chgData name="Carl-Philip Wenz" userId="ab85a2b9b6d7dc01" providerId="LiveId" clId="{A651CECB-4A16-4E1F-9771-303000754BE4}" dt="2025-10-26T18:23:06.954" v="2897" actId="1076"/>
          <ac:spMkLst>
            <pc:docMk/>
            <pc:sldMk cId="3107669370" sldId="283"/>
            <ac:spMk id="3" creationId="{DF1B32D7-96AA-8307-2C0F-FA090E77CE7C}"/>
          </ac:spMkLst>
        </pc:spChg>
        <pc:spChg chg="mod">
          <ac:chgData name="Carl-Philip Wenz" userId="ab85a2b9b6d7dc01" providerId="LiveId" clId="{A651CECB-4A16-4E1F-9771-303000754BE4}" dt="2025-10-26T18:23:06.954" v="2897" actId="1076"/>
          <ac:spMkLst>
            <pc:docMk/>
            <pc:sldMk cId="3107669370" sldId="283"/>
            <ac:spMk id="4" creationId="{8137960F-FCA3-8EAD-621F-F5643EC703D7}"/>
          </ac:spMkLst>
        </pc:spChg>
        <pc:spChg chg="mod">
          <ac:chgData name="Carl-Philip Wenz" userId="ab85a2b9b6d7dc01" providerId="LiveId" clId="{A651CECB-4A16-4E1F-9771-303000754BE4}" dt="2025-10-26T18:23:06.954" v="2897" actId="1076"/>
          <ac:spMkLst>
            <pc:docMk/>
            <pc:sldMk cId="3107669370" sldId="283"/>
            <ac:spMk id="5" creationId="{B228630A-3865-C24C-8AEF-FB97E1EACC0C}"/>
          </ac:spMkLst>
        </pc:spChg>
        <pc:spChg chg="add mod">
          <ac:chgData name="Carl-Philip Wenz" userId="ab85a2b9b6d7dc01" providerId="LiveId" clId="{A651CECB-4A16-4E1F-9771-303000754BE4}" dt="2025-10-26T18:26:37.934" v="2977" actId="1076"/>
          <ac:spMkLst>
            <pc:docMk/>
            <pc:sldMk cId="3107669370" sldId="283"/>
            <ac:spMk id="11" creationId="{4D0E2D1E-0881-A404-0B62-735F07A47D0A}"/>
          </ac:spMkLst>
        </pc:spChg>
        <pc:spChg chg="mod">
          <ac:chgData name="Carl-Philip Wenz" userId="ab85a2b9b6d7dc01" providerId="LiveId" clId="{A651CECB-4A16-4E1F-9771-303000754BE4}" dt="2025-10-26T18:31:28.572" v="3074" actId="20577"/>
          <ac:spMkLst>
            <pc:docMk/>
            <pc:sldMk cId="3107669370" sldId="283"/>
            <ac:spMk id="13" creationId="{DAADB1C3-D1C1-9472-E53D-94DB42E55543}"/>
          </ac:spMkLst>
        </pc:spChg>
        <pc:spChg chg="add mod">
          <ac:chgData name="Carl-Philip Wenz" userId="ab85a2b9b6d7dc01" providerId="LiveId" clId="{A651CECB-4A16-4E1F-9771-303000754BE4}" dt="2025-10-26T18:24:28.945" v="2935" actId="1076"/>
          <ac:spMkLst>
            <pc:docMk/>
            <pc:sldMk cId="3107669370" sldId="283"/>
            <ac:spMk id="15" creationId="{D039B680-0330-5E15-8E3B-E4F49C731AC6}"/>
          </ac:spMkLst>
        </pc:spChg>
        <pc:spChg chg="add mod">
          <ac:chgData name="Carl-Philip Wenz" userId="ab85a2b9b6d7dc01" providerId="LiveId" clId="{A651CECB-4A16-4E1F-9771-303000754BE4}" dt="2025-10-26T18:24:28.945" v="2935" actId="1076"/>
          <ac:spMkLst>
            <pc:docMk/>
            <pc:sldMk cId="3107669370" sldId="283"/>
            <ac:spMk id="16" creationId="{AA14E0C5-00E9-6344-2A4A-56B7158EE22A}"/>
          </ac:spMkLst>
        </pc:spChg>
        <pc:spChg chg="add mod">
          <ac:chgData name="Carl-Philip Wenz" userId="ab85a2b9b6d7dc01" providerId="LiveId" clId="{A651CECB-4A16-4E1F-9771-303000754BE4}" dt="2025-10-26T18:24:36.862" v="2937" actId="1076"/>
          <ac:spMkLst>
            <pc:docMk/>
            <pc:sldMk cId="3107669370" sldId="283"/>
            <ac:spMk id="17" creationId="{47918ED0-692D-F09D-6E0A-A817EAC5E618}"/>
          </ac:spMkLst>
        </pc:spChg>
        <pc:spChg chg="add mod">
          <ac:chgData name="Carl-Philip Wenz" userId="ab85a2b9b6d7dc01" providerId="LiveId" clId="{A651CECB-4A16-4E1F-9771-303000754BE4}" dt="2025-10-26T18:24:36.862" v="2937" actId="1076"/>
          <ac:spMkLst>
            <pc:docMk/>
            <pc:sldMk cId="3107669370" sldId="283"/>
            <ac:spMk id="18" creationId="{899A2E50-53D7-C121-C59D-19DBCD1B29F7}"/>
          </ac:spMkLst>
        </pc:spChg>
        <pc:spChg chg="add mod">
          <ac:chgData name="Carl-Philip Wenz" userId="ab85a2b9b6d7dc01" providerId="LiveId" clId="{A651CECB-4A16-4E1F-9771-303000754BE4}" dt="2025-10-26T18:26:05.910" v="2965" actId="1076"/>
          <ac:spMkLst>
            <pc:docMk/>
            <pc:sldMk cId="3107669370" sldId="283"/>
            <ac:spMk id="19" creationId="{CB59C911-2BC6-FD13-8A0B-9E771EE93EC7}"/>
          </ac:spMkLst>
        </pc:spChg>
        <pc:spChg chg="add mod">
          <ac:chgData name="Carl-Philip Wenz" userId="ab85a2b9b6d7dc01" providerId="LiveId" clId="{A651CECB-4A16-4E1F-9771-303000754BE4}" dt="2025-10-26T18:24:24.737" v="2934" actId="14100"/>
          <ac:spMkLst>
            <pc:docMk/>
            <pc:sldMk cId="3107669370" sldId="283"/>
            <ac:spMk id="20" creationId="{A6727091-B188-DD70-992D-38B26E24FCE0}"/>
          </ac:spMkLst>
        </pc:spChg>
        <pc:spChg chg="add mod">
          <ac:chgData name="Carl-Philip Wenz" userId="ab85a2b9b6d7dc01" providerId="LiveId" clId="{A651CECB-4A16-4E1F-9771-303000754BE4}" dt="2025-10-26T18:26:05.910" v="2965" actId="1076"/>
          <ac:spMkLst>
            <pc:docMk/>
            <pc:sldMk cId="3107669370" sldId="283"/>
            <ac:spMk id="21" creationId="{42D525FF-B9A1-401C-AB40-21F6AB748C36}"/>
          </ac:spMkLst>
        </pc:spChg>
        <pc:spChg chg="add mod">
          <ac:chgData name="Carl-Philip Wenz" userId="ab85a2b9b6d7dc01" providerId="LiveId" clId="{A651CECB-4A16-4E1F-9771-303000754BE4}" dt="2025-10-26T18:30:57.002" v="3045" actId="403"/>
          <ac:spMkLst>
            <pc:docMk/>
            <pc:sldMk cId="3107669370" sldId="283"/>
            <ac:spMk id="23" creationId="{9BCF7F1B-7A90-B3DF-24E2-2089DA32C93E}"/>
          </ac:spMkLst>
        </pc:spChg>
        <pc:spChg chg="add mod">
          <ac:chgData name="Carl-Philip Wenz" userId="ab85a2b9b6d7dc01" providerId="LiveId" clId="{A651CECB-4A16-4E1F-9771-303000754BE4}" dt="2025-10-26T18:26:00.352" v="2964" actId="1076"/>
          <ac:spMkLst>
            <pc:docMk/>
            <pc:sldMk cId="3107669370" sldId="283"/>
            <ac:spMk id="24" creationId="{7E769E4F-5FB0-8FAA-1829-3CB921A22139}"/>
          </ac:spMkLst>
        </pc:spChg>
        <pc:spChg chg="add mod">
          <ac:chgData name="Carl-Philip Wenz" userId="ab85a2b9b6d7dc01" providerId="LiveId" clId="{A651CECB-4A16-4E1F-9771-303000754BE4}" dt="2025-10-26T18:29:22.340" v="3001" actId="14100"/>
          <ac:spMkLst>
            <pc:docMk/>
            <pc:sldMk cId="3107669370" sldId="283"/>
            <ac:spMk id="33" creationId="{81A0C463-DB4E-906E-5F6C-0910E281ABFD}"/>
          </ac:spMkLst>
        </pc:spChg>
      </pc:sldChg>
      <pc:sldChg chg="modSp add mod">
        <pc:chgData name="Carl-Philip Wenz" userId="ab85a2b9b6d7dc01" providerId="LiveId" clId="{A651CECB-4A16-4E1F-9771-303000754BE4}" dt="2025-10-26T18:30:46.189" v="3041" actId="14100"/>
        <pc:sldMkLst>
          <pc:docMk/>
          <pc:sldMk cId="1296275770" sldId="285"/>
        </pc:sldMkLst>
        <pc:spChg chg="mod">
          <ac:chgData name="Carl-Philip Wenz" userId="ab85a2b9b6d7dc01" providerId="LiveId" clId="{A651CECB-4A16-4E1F-9771-303000754BE4}" dt="2025-10-26T18:30:27.656" v="3029" actId="20577"/>
          <ac:spMkLst>
            <pc:docMk/>
            <pc:sldMk cId="1296275770" sldId="285"/>
            <ac:spMk id="11" creationId="{58D8A1B7-E36F-0C2F-7AA1-3BD6457F744C}"/>
          </ac:spMkLst>
        </pc:spChg>
        <pc:spChg chg="mod">
          <ac:chgData name="Carl-Philip Wenz" userId="ab85a2b9b6d7dc01" providerId="LiveId" clId="{A651CECB-4A16-4E1F-9771-303000754BE4}" dt="2025-10-26T18:29:58.781" v="3010" actId="20577"/>
          <ac:spMkLst>
            <pc:docMk/>
            <pc:sldMk cId="1296275770" sldId="285"/>
            <ac:spMk id="13" creationId="{712FC12D-9A02-CAC4-76CE-381251E6E775}"/>
          </ac:spMkLst>
        </pc:spChg>
        <pc:spChg chg="mod">
          <ac:chgData name="Carl-Philip Wenz" userId="ab85a2b9b6d7dc01" providerId="LiveId" clId="{A651CECB-4A16-4E1F-9771-303000754BE4}" dt="2025-10-26T18:30:46.189" v="3041" actId="14100"/>
          <ac:spMkLst>
            <pc:docMk/>
            <pc:sldMk cId="1296275770" sldId="285"/>
            <ac:spMk id="19" creationId="{0A1DBE89-1984-5114-DCA6-4E646842149F}"/>
          </ac:spMkLst>
        </pc:spChg>
        <pc:spChg chg="mod">
          <ac:chgData name="Carl-Philip Wenz" userId="ab85a2b9b6d7dc01" providerId="LiveId" clId="{A651CECB-4A16-4E1F-9771-303000754BE4}" dt="2025-10-26T18:30:43.874" v="3040" actId="1076"/>
          <ac:spMkLst>
            <pc:docMk/>
            <pc:sldMk cId="1296275770" sldId="285"/>
            <ac:spMk id="21" creationId="{C341D72F-3EBD-FA3F-DCCF-9A41C32620DC}"/>
          </ac:spMkLst>
        </pc:spChg>
        <pc:spChg chg="mod">
          <ac:chgData name="Carl-Philip Wenz" userId="ab85a2b9b6d7dc01" providerId="LiveId" clId="{A651CECB-4A16-4E1F-9771-303000754BE4}" dt="2025-10-26T18:30:41.905" v="3039" actId="14100"/>
          <ac:spMkLst>
            <pc:docMk/>
            <pc:sldMk cId="1296275770" sldId="285"/>
            <ac:spMk id="23" creationId="{527AD937-DFF2-BEBA-3DE9-88305D231FDE}"/>
          </ac:spMkLst>
        </pc:spChg>
      </pc:sldChg>
      <pc:sldChg chg="addSp delSp modSp add mod">
        <pc:chgData name="Carl-Philip Wenz" userId="ab85a2b9b6d7dc01" providerId="LiveId" clId="{A651CECB-4A16-4E1F-9771-303000754BE4}" dt="2025-10-26T18:32:54.873" v="3119" actId="1076"/>
        <pc:sldMkLst>
          <pc:docMk/>
          <pc:sldMk cId="2806146293" sldId="286"/>
        </pc:sldMkLst>
        <pc:spChg chg="mod">
          <ac:chgData name="Carl-Philip Wenz" userId="ab85a2b9b6d7dc01" providerId="LiveId" clId="{A651CECB-4A16-4E1F-9771-303000754BE4}" dt="2025-10-26T18:32:54.873" v="3119" actId="1076"/>
          <ac:spMkLst>
            <pc:docMk/>
            <pc:sldMk cId="2806146293" sldId="286"/>
            <ac:spMk id="3" creationId="{296339A5-D7B2-C9C1-51F0-3A1C9E74B1F5}"/>
          </ac:spMkLst>
        </pc:spChg>
        <pc:spChg chg="mod">
          <ac:chgData name="Carl-Philip Wenz" userId="ab85a2b9b6d7dc01" providerId="LiveId" clId="{A651CECB-4A16-4E1F-9771-303000754BE4}" dt="2025-10-26T18:32:54.873" v="3119" actId="1076"/>
          <ac:spMkLst>
            <pc:docMk/>
            <pc:sldMk cId="2806146293" sldId="286"/>
            <ac:spMk id="4" creationId="{9D7DD116-6B2A-B9BD-AA87-2E4D6B796E42}"/>
          </ac:spMkLst>
        </pc:spChg>
        <pc:spChg chg="mod">
          <ac:chgData name="Carl-Philip Wenz" userId="ab85a2b9b6d7dc01" providerId="LiveId" clId="{A651CECB-4A16-4E1F-9771-303000754BE4}" dt="2025-10-26T18:32:54.873" v="3119" actId="1076"/>
          <ac:spMkLst>
            <pc:docMk/>
            <pc:sldMk cId="2806146293" sldId="286"/>
            <ac:spMk id="5" creationId="{2713E19B-DBBF-E63D-CD7E-3B244369601D}"/>
          </ac:spMkLst>
        </pc:spChg>
        <pc:spChg chg="add mod">
          <ac:chgData name="Carl-Philip Wenz" userId="ab85a2b9b6d7dc01" providerId="LiveId" clId="{A651CECB-4A16-4E1F-9771-303000754BE4}" dt="2025-10-26T18:32:54.873" v="3119" actId="1076"/>
          <ac:spMkLst>
            <pc:docMk/>
            <pc:sldMk cId="2806146293" sldId="286"/>
            <ac:spMk id="6" creationId="{A593C1E7-BB0A-DB39-A810-56FAFE177D4F}"/>
          </ac:spMkLst>
        </pc:spChg>
        <pc:spChg chg="mod">
          <ac:chgData name="Carl-Philip Wenz" userId="ab85a2b9b6d7dc01" providerId="LiveId" clId="{A651CECB-4A16-4E1F-9771-303000754BE4}" dt="2025-10-26T18:31:49.171" v="3082" actId="20577"/>
          <ac:spMkLst>
            <pc:docMk/>
            <pc:sldMk cId="2806146293" sldId="286"/>
            <ac:spMk id="13" creationId="{6B637092-AFA8-C10F-2D0F-C4641241C963}"/>
          </ac:spMkLst>
        </pc:spChg>
        <pc:spChg chg="mod">
          <ac:chgData name="Carl-Philip Wenz" userId="ab85a2b9b6d7dc01" providerId="LiveId" clId="{A651CECB-4A16-4E1F-9771-303000754BE4}" dt="2025-10-26T18:32:54.873" v="3119" actId="1076"/>
          <ac:spMkLst>
            <pc:docMk/>
            <pc:sldMk cId="2806146293" sldId="286"/>
            <ac:spMk id="15" creationId="{92C990AE-CDF7-5605-E614-F12D885921F6}"/>
          </ac:spMkLst>
        </pc:spChg>
        <pc:spChg chg="mod">
          <ac:chgData name="Carl-Philip Wenz" userId="ab85a2b9b6d7dc01" providerId="LiveId" clId="{A651CECB-4A16-4E1F-9771-303000754BE4}" dt="2025-10-26T18:32:54.873" v="3119" actId="1076"/>
          <ac:spMkLst>
            <pc:docMk/>
            <pc:sldMk cId="2806146293" sldId="286"/>
            <ac:spMk id="16" creationId="{410F4082-C600-1CF1-0043-F017997DACD2}"/>
          </ac:spMkLst>
        </pc:spChg>
        <pc:spChg chg="mod">
          <ac:chgData name="Carl-Philip Wenz" userId="ab85a2b9b6d7dc01" providerId="LiveId" clId="{A651CECB-4A16-4E1F-9771-303000754BE4}" dt="2025-10-26T18:32:54.873" v="3119" actId="1076"/>
          <ac:spMkLst>
            <pc:docMk/>
            <pc:sldMk cId="2806146293" sldId="286"/>
            <ac:spMk id="17" creationId="{BE21EF74-42A0-1BC1-930F-A59E1F868872}"/>
          </ac:spMkLst>
        </pc:spChg>
        <pc:spChg chg="mod">
          <ac:chgData name="Carl-Philip Wenz" userId="ab85a2b9b6d7dc01" providerId="LiveId" clId="{A651CECB-4A16-4E1F-9771-303000754BE4}" dt="2025-10-26T18:32:54.873" v="3119" actId="1076"/>
          <ac:spMkLst>
            <pc:docMk/>
            <pc:sldMk cId="2806146293" sldId="286"/>
            <ac:spMk id="18" creationId="{48DBE1B3-06CE-A928-D5A5-2F9BE31B32CC}"/>
          </ac:spMkLst>
        </pc:spChg>
        <pc:spChg chg="mod">
          <ac:chgData name="Carl-Philip Wenz" userId="ab85a2b9b6d7dc01" providerId="LiveId" clId="{A651CECB-4A16-4E1F-9771-303000754BE4}" dt="2025-10-26T18:32:54.873" v="3119" actId="1076"/>
          <ac:spMkLst>
            <pc:docMk/>
            <pc:sldMk cId="2806146293" sldId="286"/>
            <ac:spMk id="19" creationId="{325EB9A8-59D0-70E5-7684-E2B500BE3B56}"/>
          </ac:spMkLst>
        </pc:spChg>
      </pc:sldChg>
      <pc:sldChg chg="addSp modSp add mod">
        <pc:chgData name="Carl-Philip Wenz" userId="ab85a2b9b6d7dc01" providerId="LiveId" clId="{A651CECB-4A16-4E1F-9771-303000754BE4}" dt="2025-10-26T18:34:37.402" v="3181" actId="14100"/>
        <pc:sldMkLst>
          <pc:docMk/>
          <pc:sldMk cId="3403260459" sldId="287"/>
        </pc:sldMkLst>
        <pc:spChg chg="mod">
          <ac:chgData name="Carl-Philip Wenz" userId="ab85a2b9b6d7dc01" providerId="LiveId" clId="{A651CECB-4A16-4E1F-9771-303000754BE4}" dt="2025-10-26T18:34:26.396" v="3178" actId="14100"/>
          <ac:spMkLst>
            <pc:docMk/>
            <pc:sldMk cId="3403260459" sldId="287"/>
            <ac:spMk id="3" creationId="{9E7A5F27-19D4-978D-D944-1724900315BF}"/>
          </ac:spMkLst>
        </pc:spChg>
        <pc:spChg chg="mod">
          <ac:chgData name="Carl-Philip Wenz" userId="ab85a2b9b6d7dc01" providerId="LiveId" clId="{A651CECB-4A16-4E1F-9771-303000754BE4}" dt="2025-10-26T18:34:26.396" v="3178" actId="14100"/>
          <ac:spMkLst>
            <pc:docMk/>
            <pc:sldMk cId="3403260459" sldId="287"/>
            <ac:spMk id="4" creationId="{F062A1D8-8252-AE15-B3F1-C055E40A9E72}"/>
          </ac:spMkLst>
        </pc:spChg>
        <pc:spChg chg="mod">
          <ac:chgData name="Carl-Philip Wenz" userId="ab85a2b9b6d7dc01" providerId="LiveId" clId="{A651CECB-4A16-4E1F-9771-303000754BE4}" dt="2025-10-26T18:34:26.396" v="3178" actId="14100"/>
          <ac:spMkLst>
            <pc:docMk/>
            <pc:sldMk cId="3403260459" sldId="287"/>
            <ac:spMk id="5" creationId="{5C20FB0A-1279-DD8A-343E-818B6F96B6FE}"/>
          </ac:spMkLst>
        </pc:spChg>
        <pc:spChg chg="mod">
          <ac:chgData name="Carl-Philip Wenz" userId="ab85a2b9b6d7dc01" providerId="LiveId" clId="{A651CECB-4A16-4E1F-9771-303000754BE4}" dt="2025-10-26T18:34:37.402" v="3181" actId="14100"/>
          <ac:spMkLst>
            <pc:docMk/>
            <pc:sldMk cId="3403260459" sldId="287"/>
            <ac:spMk id="6" creationId="{A57D1F0C-B9F7-487C-97C6-62B670C2B492}"/>
          </ac:spMkLst>
        </pc:spChg>
        <pc:spChg chg="add mod">
          <ac:chgData name="Carl-Philip Wenz" userId="ab85a2b9b6d7dc01" providerId="LiveId" clId="{A651CECB-4A16-4E1F-9771-303000754BE4}" dt="2025-10-26T18:33:38.886" v="3143" actId="1076"/>
          <ac:spMkLst>
            <pc:docMk/>
            <pc:sldMk cId="3403260459" sldId="287"/>
            <ac:spMk id="7" creationId="{FC80EFBD-6907-BC66-3E31-751524D7DA73}"/>
          </ac:spMkLst>
        </pc:spChg>
        <pc:spChg chg="add mod">
          <ac:chgData name="Carl-Philip Wenz" userId="ab85a2b9b6d7dc01" providerId="LiveId" clId="{A651CECB-4A16-4E1F-9771-303000754BE4}" dt="2025-10-26T18:33:38.886" v="3143" actId="1076"/>
          <ac:spMkLst>
            <pc:docMk/>
            <pc:sldMk cId="3403260459" sldId="287"/>
            <ac:spMk id="8" creationId="{1BEC485E-0F42-D2BD-634E-1C9C81FD26B9}"/>
          </ac:spMkLst>
        </pc:spChg>
        <pc:spChg chg="add mod">
          <ac:chgData name="Carl-Philip Wenz" userId="ab85a2b9b6d7dc01" providerId="LiveId" clId="{A651CECB-4A16-4E1F-9771-303000754BE4}" dt="2025-10-26T18:33:38.886" v="3143" actId="1076"/>
          <ac:spMkLst>
            <pc:docMk/>
            <pc:sldMk cId="3403260459" sldId="287"/>
            <ac:spMk id="9" creationId="{8F826847-FE35-055E-733A-C4033A1B7B90}"/>
          </ac:spMkLst>
        </pc:spChg>
        <pc:spChg chg="add mod">
          <ac:chgData name="Carl-Philip Wenz" userId="ab85a2b9b6d7dc01" providerId="LiveId" clId="{A651CECB-4A16-4E1F-9771-303000754BE4}" dt="2025-10-26T18:33:38.886" v="3143" actId="1076"/>
          <ac:spMkLst>
            <pc:docMk/>
            <pc:sldMk cId="3403260459" sldId="287"/>
            <ac:spMk id="10" creationId="{1BDC70FB-B46F-6016-66CA-3AFAC5E2C58D}"/>
          </ac:spMkLst>
        </pc:spChg>
        <pc:spChg chg="add mod">
          <ac:chgData name="Carl-Philip Wenz" userId="ab85a2b9b6d7dc01" providerId="LiveId" clId="{A651CECB-4A16-4E1F-9771-303000754BE4}" dt="2025-10-26T18:33:38.886" v="3143" actId="1076"/>
          <ac:spMkLst>
            <pc:docMk/>
            <pc:sldMk cId="3403260459" sldId="287"/>
            <ac:spMk id="12" creationId="{821BCA16-04F6-D9DF-3C27-714B9AF181FC}"/>
          </ac:spMkLst>
        </pc:spChg>
        <pc:spChg chg="mod">
          <ac:chgData name="Carl-Philip Wenz" userId="ab85a2b9b6d7dc01" providerId="LiveId" clId="{A651CECB-4A16-4E1F-9771-303000754BE4}" dt="2025-10-26T18:33:11.631" v="3132" actId="20577"/>
          <ac:spMkLst>
            <pc:docMk/>
            <pc:sldMk cId="3403260459" sldId="287"/>
            <ac:spMk id="13" creationId="{78A4FC87-90E9-7B30-AB71-D612542D7E1D}"/>
          </ac:spMkLst>
        </pc:spChg>
        <pc:spChg chg="add mod">
          <ac:chgData name="Carl-Philip Wenz" userId="ab85a2b9b6d7dc01" providerId="LiveId" clId="{A651CECB-4A16-4E1F-9771-303000754BE4}" dt="2025-10-26T18:33:38.886" v="3143" actId="1076"/>
          <ac:spMkLst>
            <pc:docMk/>
            <pc:sldMk cId="3403260459" sldId="287"/>
            <ac:spMk id="14" creationId="{5E588695-2B7D-CF4A-F1EA-8C9145704A72}"/>
          </ac:spMkLst>
        </pc:spChg>
        <pc:spChg chg="mod">
          <ac:chgData name="Carl-Philip Wenz" userId="ab85a2b9b6d7dc01" providerId="LiveId" clId="{A651CECB-4A16-4E1F-9771-303000754BE4}" dt="2025-10-26T18:34:26.396" v="3178" actId="14100"/>
          <ac:spMkLst>
            <pc:docMk/>
            <pc:sldMk cId="3403260459" sldId="287"/>
            <ac:spMk id="15" creationId="{A5C1044C-88C3-A313-444F-F91DDF1E5DF4}"/>
          </ac:spMkLst>
        </pc:spChg>
        <pc:spChg chg="mod">
          <ac:chgData name="Carl-Philip Wenz" userId="ab85a2b9b6d7dc01" providerId="LiveId" clId="{A651CECB-4A16-4E1F-9771-303000754BE4}" dt="2025-10-26T18:34:26.396" v="3178" actId="14100"/>
          <ac:spMkLst>
            <pc:docMk/>
            <pc:sldMk cId="3403260459" sldId="287"/>
            <ac:spMk id="16" creationId="{C6AFFA07-C9F0-C9B0-4AEC-BE683AD04069}"/>
          </ac:spMkLst>
        </pc:spChg>
        <pc:spChg chg="mod">
          <ac:chgData name="Carl-Philip Wenz" userId="ab85a2b9b6d7dc01" providerId="LiveId" clId="{A651CECB-4A16-4E1F-9771-303000754BE4}" dt="2025-10-26T18:34:26.396" v="3178" actId="14100"/>
          <ac:spMkLst>
            <pc:docMk/>
            <pc:sldMk cId="3403260459" sldId="287"/>
            <ac:spMk id="17" creationId="{00DA680E-656A-36F9-4902-C6C4E0306AFE}"/>
          </ac:spMkLst>
        </pc:spChg>
        <pc:spChg chg="mod">
          <ac:chgData name="Carl-Philip Wenz" userId="ab85a2b9b6d7dc01" providerId="LiveId" clId="{A651CECB-4A16-4E1F-9771-303000754BE4}" dt="2025-10-26T18:34:26.396" v="3178" actId="14100"/>
          <ac:spMkLst>
            <pc:docMk/>
            <pc:sldMk cId="3403260459" sldId="287"/>
            <ac:spMk id="18" creationId="{3F7665A7-980C-EA3D-406F-532CBBF2ABA6}"/>
          </ac:spMkLst>
        </pc:spChg>
        <pc:spChg chg="mod">
          <ac:chgData name="Carl-Philip Wenz" userId="ab85a2b9b6d7dc01" providerId="LiveId" clId="{A651CECB-4A16-4E1F-9771-303000754BE4}" dt="2025-10-26T18:34:32.043" v="3179" actId="1076"/>
          <ac:spMkLst>
            <pc:docMk/>
            <pc:sldMk cId="3403260459" sldId="287"/>
            <ac:spMk id="19" creationId="{672B71BD-F36A-EE80-D2CE-B1CFDF7B7F81}"/>
          </ac:spMkLst>
        </pc:spChg>
        <pc:spChg chg="add mod">
          <ac:chgData name="Carl-Philip Wenz" userId="ab85a2b9b6d7dc01" providerId="LiveId" clId="{A651CECB-4A16-4E1F-9771-303000754BE4}" dt="2025-10-26T18:33:42.561" v="3148" actId="20577"/>
          <ac:spMkLst>
            <pc:docMk/>
            <pc:sldMk cId="3403260459" sldId="287"/>
            <ac:spMk id="20" creationId="{F5D6E589-2D13-7F26-5B47-A2922C3253D4}"/>
          </ac:spMkLst>
        </pc:spChg>
        <pc:spChg chg="add mod">
          <ac:chgData name="Carl-Philip Wenz" userId="ab85a2b9b6d7dc01" providerId="LiveId" clId="{A651CECB-4A16-4E1F-9771-303000754BE4}" dt="2025-10-26T18:33:38.886" v="3143" actId="1076"/>
          <ac:spMkLst>
            <pc:docMk/>
            <pc:sldMk cId="3403260459" sldId="287"/>
            <ac:spMk id="21" creationId="{08AAC9DC-36C4-16E5-F45C-A283CE595F8C}"/>
          </ac:spMkLst>
        </pc:spChg>
        <pc:spChg chg="add mod">
          <ac:chgData name="Carl-Philip Wenz" userId="ab85a2b9b6d7dc01" providerId="LiveId" clId="{A651CECB-4A16-4E1F-9771-303000754BE4}" dt="2025-10-26T18:33:38.886" v="3143" actId="1076"/>
          <ac:spMkLst>
            <pc:docMk/>
            <pc:sldMk cId="3403260459" sldId="287"/>
            <ac:spMk id="22" creationId="{6C73A8B9-C690-7CA2-27DF-324004C66578}"/>
          </ac:spMkLst>
        </pc:spChg>
        <pc:spChg chg="add mod">
          <ac:chgData name="Carl-Philip Wenz" userId="ab85a2b9b6d7dc01" providerId="LiveId" clId="{A651CECB-4A16-4E1F-9771-303000754BE4}" dt="2025-10-26T18:33:47.203" v="3154" actId="20577"/>
          <ac:spMkLst>
            <pc:docMk/>
            <pc:sldMk cId="3403260459" sldId="287"/>
            <ac:spMk id="23" creationId="{A80A8D1A-2C0A-EE95-5D10-7AF9673C1F54}"/>
          </ac:spMkLst>
        </pc:spChg>
      </pc:sldChg>
      <pc:sldChg chg="addSp delSp modSp add mod ord">
        <pc:chgData name="Carl-Philip Wenz" userId="ab85a2b9b6d7dc01" providerId="LiveId" clId="{A651CECB-4A16-4E1F-9771-303000754BE4}" dt="2025-10-26T18:37:09.067" v="3264" actId="20577"/>
        <pc:sldMkLst>
          <pc:docMk/>
          <pc:sldMk cId="197856698" sldId="288"/>
        </pc:sldMkLst>
        <pc:spChg chg="mod">
          <ac:chgData name="Carl-Philip Wenz" userId="ab85a2b9b6d7dc01" providerId="LiveId" clId="{A651CECB-4A16-4E1F-9771-303000754BE4}" dt="2025-10-26T18:35:08.576" v="3198" actId="20577"/>
          <ac:spMkLst>
            <pc:docMk/>
            <pc:sldMk cId="197856698" sldId="288"/>
            <ac:spMk id="3" creationId="{7AB435F7-FE2D-1152-3FBB-351E1D9A5779}"/>
          </ac:spMkLst>
        </pc:spChg>
        <pc:spChg chg="add mod">
          <ac:chgData name="Carl-Philip Wenz" userId="ab85a2b9b6d7dc01" providerId="LiveId" clId="{A651CECB-4A16-4E1F-9771-303000754BE4}" dt="2025-10-26T18:35:55.833" v="3216" actId="13822"/>
          <ac:spMkLst>
            <pc:docMk/>
            <pc:sldMk cId="197856698" sldId="288"/>
            <ac:spMk id="7" creationId="{38DEA066-C114-C616-663E-BCFAC52B83D0}"/>
          </ac:spMkLst>
        </pc:spChg>
        <pc:spChg chg="add mod">
          <ac:chgData name="Carl-Philip Wenz" userId="ab85a2b9b6d7dc01" providerId="LiveId" clId="{A651CECB-4A16-4E1F-9771-303000754BE4}" dt="2025-10-26T18:36:02.609" v="3218" actId="1076"/>
          <ac:spMkLst>
            <pc:docMk/>
            <pc:sldMk cId="197856698" sldId="288"/>
            <ac:spMk id="8" creationId="{A8A18E90-0736-5758-880D-ECCD80498DEF}"/>
          </ac:spMkLst>
        </pc:spChg>
        <pc:spChg chg="add mod">
          <ac:chgData name="Carl-Philip Wenz" userId="ab85a2b9b6d7dc01" providerId="LiveId" clId="{A651CECB-4A16-4E1F-9771-303000754BE4}" dt="2025-10-26T18:36:56.233" v="3236" actId="1076"/>
          <ac:spMkLst>
            <pc:docMk/>
            <pc:sldMk cId="197856698" sldId="288"/>
            <ac:spMk id="9" creationId="{8AD9A347-1D20-1F18-B4FF-8D9AF1942B1F}"/>
          </ac:spMkLst>
        </pc:spChg>
        <pc:spChg chg="add mod">
          <ac:chgData name="Carl-Philip Wenz" userId="ab85a2b9b6d7dc01" providerId="LiveId" clId="{A651CECB-4A16-4E1F-9771-303000754BE4}" dt="2025-10-26T18:36:50.658" v="3233" actId="13822"/>
          <ac:spMkLst>
            <pc:docMk/>
            <pc:sldMk cId="197856698" sldId="288"/>
            <ac:spMk id="10" creationId="{F6AB0378-25AD-BC0F-6169-7191767F5C43}"/>
          </ac:spMkLst>
        </pc:spChg>
        <pc:spChg chg="add mod">
          <ac:chgData name="Carl-Philip Wenz" userId="ab85a2b9b6d7dc01" providerId="LiveId" clId="{A651CECB-4A16-4E1F-9771-303000754BE4}" dt="2025-10-26T18:36:54.250" v="3235" actId="1076"/>
          <ac:spMkLst>
            <pc:docMk/>
            <pc:sldMk cId="197856698" sldId="288"/>
            <ac:spMk id="12" creationId="{124B907F-4595-3AFF-94E5-3B9AB7A19ECC}"/>
          </ac:spMkLst>
        </pc:spChg>
        <pc:spChg chg="mod">
          <ac:chgData name="Carl-Philip Wenz" userId="ab85a2b9b6d7dc01" providerId="LiveId" clId="{A651CECB-4A16-4E1F-9771-303000754BE4}" dt="2025-10-26T18:35:31.167" v="3212" actId="1076"/>
          <ac:spMkLst>
            <pc:docMk/>
            <pc:sldMk cId="197856698" sldId="288"/>
            <ac:spMk id="13" creationId="{9A1A6D74-6294-95C1-DC9B-1D439A475DA0}"/>
          </ac:spMkLst>
        </pc:spChg>
        <pc:spChg chg="add mod">
          <ac:chgData name="Carl-Philip Wenz" userId="ab85a2b9b6d7dc01" providerId="LiveId" clId="{A651CECB-4A16-4E1F-9771-303000754BE4}" dt="2025-10-26T18:37:09.067" v="3264" actId="20577"/>
          <ac:spMkLst>
            <pc:docMk/>
            <pc:sldMk cId="197856698" sldId="288"/>
            <ac:spMk id="14" creationId="{B2F2BF31-88E2-CEE0-A914-27B5004ACE0B}"/>
          </ac:spMkLst>
        </pc:spChg>
        <pc:spChg chg="mod">
          <ac:chgData name="Carl-Philip Wenz" userId="ab85a2b9b6d7dc01" providerId="LiveId" clId="{A651CECB-4A16-4E1F-9771-303000754BE4}" dt="2025-10-26T18:35:26.168" v="3210" actId="14100"/>
          <ac:spMkLst>
            <pc:docMk/>
            <pc:sldMk cId="197856698" sldId="288"/>
            <ac:spMk id="19" creationId="{71F89345-02AD-CB27-E14F-694DE8C9F9D7}"/>
          </ac:spMkLst>
        </pc:spChg>
      </pc:sldChg>
      <pc:sldChg chg="addSp delSp modSp add mod">
        <pc:chgData name="Carl-Philip Wenz" userId="ab85a2b9b6d7dc01" providerId="LiveId" clId="{A651CECB-4A16-4E1F-9771-303000754BE4}" dt="2025-10-26T18:38:19.148" v="3288" actId="478"/>
        <pc:sldMkLst>
          <pc:docMk/>
          <pc:sldMk cId="2021559791" sldId="289"/>
        </pc:sldMkLst>
        <pc:spChg chg="mod">
          <ac:chgData name="Carl-Philip Wenz" userId="ab85a2b9b6d7dc01" providerId="LiveId" clId="{A651CECB-4A16-4E1F-9771-303000754BE4}" dt="2025-10-26T18:37:53.616" v="3278" actId="14100"/>
          <ac:spMkLst>
            <pc:docMk/>
            <pc:sldMk cId="2021559791" sldId="289"/>
            <ac:spMk id="3" creationId="{4A5AF0D3-7BE8-F58E-7516-0CFB6A3960CA}"/>
          </ac:spMkLst>
        </pc:spChg>
        <pc:spChg chg="mod">
          <ac:chgData name="Carl-Philip Wenz" userId="ab85a2b9b6d7dc01" providerId="LiveId" clId="{A651CECB-4A16-4E1F-9771-303000754BE4}" dt="2025-10-26T18:38:02.499" v="3281" actId="1076"/>
          <ac:spMkLst>
            <pc:docMk/>
            <pc:sldMk cId="2021559791" sldId="289"/>
            <ac:spMk id="7" creationId="{2780AA8F-391F-3225-6EFD-14D77C607CAE}"/>
          </ac:spMkLst>
        </pc:spChg>
        <pc:spChg chg="mod">
          <ac:chgData name="Carl-Philip Wenz" userId="ab85a2b9b6d7dc01" providerId="LiveId" clId="{A651CECB-4A16-4E1F-9771-303000754BE4}" dt="2025-10-26T18:38:02.499" v="3281" actId="1076"/>
          <ac:spMkLst>
            <pc:docMk/>
            <pc:sldMk cId="2021559791" sldId="289"/>
            <ac:spMk id="8" creationId="{F946D4F1-F3B5-0235-D7F4-534E88533C40}"/>
          </ac:spMkLst>
        </pc:spChg>
        <pc:spChg chg="mod">
          <ac:chgData name="Carl-Philip Wenz" userId="ab85a2b9b6d7dc01" providerId="LiveId" clId="{A651CECB-4A16-4E1F-9771-303000754BE4}" dt="2025-10-26T18:37:55.957" v="3279" actId="1076"/>
          <ac:spMkLst>
            <pc:docMk/>
            <pc:sldMk cId="2021559791" sldId="289"/>
            <ac:spMk id="10" creationId="{2A437B04-974E-8B92-A2AA-6DA30BA1DEF5}"/>
          </ac:spMkLst>
        </pc:spChg>
        <pc:spChg chg="mod">
          <ac:chgData name="Carl-Philip Wenz" userId="ab85a2b9b6d7dc01" providerId="LiveId" clId="{A651CECB-4A16-4E1F-9771-303000754BE4}" dt="2025-10-26T18:37:55.957" v="3279" actId="1076"/>
          <ac:spMkLst>
            <pc:docMk/>
            <pc:sldMk cId="2021559791" sldId="289"/>
            <ac:spMk id="12" creationId="{2875D3BB-54E1-B928-509B-663D8E481A2F}"/>
          </ac:spMkLst>
        </pc:spChg>
        <pc:spChg chg="add mod">
          <ac:chgData name="Carl-Philip Wenz" userId="ab85a2b9b6d7dc01" providerId="LiveId" clId="{A651CECB-4A16-4E1F-9771-303000754BE4}" dt="2025-10-26T18:37:50.474" v="3277" actId="14100"/>
          <ac:spMkLst>
            <pc:docMk/>
            <pc:sldMk cId="2021559791" sldId="289"/>
            <ac:spMk id="17" creationId="{90200A36-E733-D9D3-CE48-45692E1B4F30}"/>
          </ac:spMkLst>
        </pc:spChg>
        <pc:spChg chg="add mod">
          <ac:chgData name="Carl-Philip Wenz" userId="ab85a2b9b6d7dc01" providerId="LiveId" clId="{A651CECB-4A16-4E1F-9771-303000754BE4}" dt="2025-10-26T18:38:07.482" v="3283" actId="1076"/>
          <ac:spMkLst>
            <pc:docMk/>
            <pc:sldMk cId="2021559791" sldId="289"/>
            <ac:spMk id="18" creationId="{13E681A1-EE98-5440-862F-14F4E541ABAE}"/>
          </ac:spMkLst>
        </pc:spChg>
        <pc:spChg chg="mod">
          <ac:chgData name="Carl-Philip Wenz" userId="ab85a2b9b6d7dc01" providerId="LiveId" clId="{A651CECB-4A16-4E1F-9771-303000754BE4}" dt="2025-10-26T18:37:59.191" v="3280" actId="1076"/>
          <ac:spMkLst>
            <pc:docMk/>
            <pc:sldMk cId="2021559791" sldId="289"/>
            <ac:spMk id="19" creationId="{85C56359-2340-A302-6F61-25C05FA6EBC7}"/>
          </ac:spMkLst>
        </pc:spChg>
        <pc:spChg chg="add mod">
          <ac:chgData name="Carl-Philip Wenz" userId="ab85a2b9b6d7dc01" providerId="LiveId" clId="{A651CECB-4A16-4E1F-9771-303000754BE4}" dt="2025-10-26T18:38:07.482" v="3283" actId="1076"/>
          <ac:spMkLst>
            <pc:docMk/>
            <pc:sldMk cId="2021559791" sldId="289"/>
            <ac:spMk id="20" creationId="{C58C35B3-A73F-396B-B8FC-D3804EBA82D9}"/>
          </ac:spMkLst>
        </pc:spChg>
        <pc:spChg chg="add mod">
          <ac:chgData name="Carl-Philip Wenz" userId="ab85a2b9b6d7dc01" providerId="LiveId" clId="{A651CECB-4A16-4E1F-9771-303000754BE4}" dt="2025-10-26T18:38:15.573" v="3285" actId="1076"/>
          <ac:spMkLst>
            <pc:docMk/>
            <pc:sldMk cId="2021559791" sldId="289"/>
            <ac:spMk id="21" creationId="{23BBB7C4-A4DF-ED11-1D55-2B2FF575AC58}"/>
          </ac:spMkLst>
        </pc:spChg>
        <pc:spChg chg="add mod">
          <ac:chgData name="Carl-Philip Wenz" userId="ab85a2b9b6d7dc01" providerId="LiveId" clId="{A651CECB-4A16-4E1F-9771-303000754BE4}" dt="2025-10-26T18:38:15.573" v="3285" actId="1076"/>
          <ac:spMkLst>
            <pc:docMk/>
            <pc:sldMk cId="2021559791" sldId="289"/>
            <ac:spMk id="22" creationId="{966B06A0-BEB6-D4C4-F0EF-1CACD7E60E0C}"/>
          </ac:spMkLst>
        </pc:spChg>
      </pc:sldChg>
      <pc:sldChg chg="addSp delSp modSp add mod">
        <pc:chgData name="Carl-Philip Wenz" userId="ab85a2b9b6d7dc01" providerId="LiveId" clId="{A651CECB-4A16-4E1F-9771-303000754BE4}" dt="2025-10-26T18:40:23.422" v="3340" actId="1076"/>
        <pc:sldMkLst>
          <pc:docMk/>
          <pc:sldMk cId="1784463388" sldId="291"/>
        </pc:sldMkLst>
        <pc:spChg chg="mod">
          <ac:chgData name="Carl-Philip Wenz" userId="ab85a2b9b6d7dc01" providerId="LiveId" clId="{A651CECB-4A16-4E1F-9771-303000754BE4}" dt="2025-10-26T18:40:23.422" v="3340" actId="1076"/>
          <ac:spMkLst>
            <pc:docMk/>
            <pc:sldMk cId="1784463388" sldId="291"/>
            <ac:spMk id="5" creationId="{9BD91E4E-BD5B-8A0E-ED1E-7C6114C12F79}"/>
          </ac:spMkLst>
        </pc:spChg>
        <pc:spChg chg="mod">
          <ac:chgData name="Carl-Philip Wenz" userId="ab85a2b9b6d7dc01" providerId="LiveId" clId="{A651CECB-4A16-4E1F-9771-303000754BE4}" dt="2025-10-26T18:40:08.555" v="3338" actId="20577"/>
          <ac:spMkLst>
            <pc:docMk/>
            <pc:sldMk cId="1784463388" sldId="291"/>
            <ac:spMk id="6" creationId="{B6054F31-4898-928A-5C72-06502967BD72}"/>
          </ac:spMkLst>
        </pc:spChg>
        <pc:spChg chg="mod">
          <ac:chgData name="Carl-Philip Wenz" userId="ab85a2b9b6d7dc01" providerId="LiveId" clId="{A651CECB-4A16-4E1F-9771-303000754BE4}" dt="2025-10-26T18:38:50.656" v="3298" actId="20577"/>
          <ac:spMkLst>
            <pc:docMk/>
            <pc:sldMk cId="1784463388" sldId="291"/>
            <ac:spMk id="13" creationId="{CFD54D02-F5B4-D875-7D03-D9AFCBEC4932}"/>
          </ac:spMkLst>
        </pc:spChg>
        <pc:spChg chg="mod">
          <ac:chgData name="Carl-Philip Wenz" userId="ab85a2b9b6d7dc01" providerId="LiveId" clId="{A651CECB-4A16-4E1F-9771-303000754BE4}" dt="2025-10-26T18:40:23.422" v="3340" actId="1076"/>
          <ac:spMkLst>
            <pc:docMk/>
            <pc:sldMk cId="1784463388" sldId="291"/>
            <ac:spMk id="17" creationId="{78434CC1-B4D7-AC8C-7EC0-97EA73B1C044}"/>
          </ac:spMkLst>
        </pc:spChg>
        <pc:spChg chg="mod">
          <ac:chgData name="Carl-Philip Wenz" userId="ab85a2b9b6d7dc01" providerId="LiveId" clId="{A651CECB-4A16-4E1F-9771-303000754BE4}" dt="2025-10-26T18:40:23.422" v="3340" actId="1076"/>
          <ac:spMkLst>
            <pc:docMk/>
            <pc:sldMk cId="1784463388" sldId="291"/>
            <ac:spMk id="18" creationId="{DC497A7F-98A4-8DF0-3B9F-9B4330AD10ED}"/>
          </ac:spMkLst>
        </pc:spChg>
        <pc:spChg chg="mod">
          <ac:chgData name="Carl-Philip Wenz" userId="ab85a2b9b6d7dc01" providerId="LiveId" clId="{A651CECB-4A16-4E1F-9771-303000754BE4}" dt="2025-10-26T18:38:58.215" v="3304" actId="20577"/>
          <ac:spMkLst>
            <pc:docMk/>
            <pc:sldMk cId="1784463388" sldId="291"/>
            <ac:spMk id="19" creationId="{68CFB43A-0229-50EB-4AA2-595492CD95BD}"/>
          </ac:spMkLst>
        </pc:spChg>
        <pc:spChg chg="add mod">
          <ac:chgData name="Carl-Philip Wenz" userId="ab85a2b9b6d7dc01" providerId="LiveId" clId="{A651CECB-4A16-4E1F-9771-303000754BE4}" dt="2025-10-26T18:40:14.005" v="3339" actId="1076"/>
          <ac:spMkLst>
            <pc:docMk/>
            <pc:sldMk cId="1784463388" sldId="291"/>
            <ac:spMk id="25" creationId="{3C6DBF3F-1640-C53C-9623-34965F7E5280}"/>
          </ac:spMkLst>
        </pc:spChg>
        <pc:spChg chg="add mod">
          <ac:chgData name="Carl-Philip Wenz" userId="ab85a2b9b6d7dc01" providerId="LiveId" clId="{A651CECB-4A16-4E1F-9771-303000754BE4}" dt="2025-10-26T18:40:14.005" v="3339" actId="1076"/>
          <ac:spMkLst>
            <pc:docMk/>
            <pc:sldMk cId="1784463388" sldId="291"/>
            <ac:spMk id="26" creationId="{B311F27A-F6DB-E1CF-A841-916E0302C5BB}"/>
          </ac:spMkLst>
        </pc:spChg>
        <pc:spChg chg="add mod">
          <ac:chgData name="Carl-Philip Wenz" userId="ab85a2b9b6d7dc01" providerId="LiveId" clId="{A651CECB-4A16-4E1F-9771-303000754BE4}" dt="2025-10-26T18:40:14.005" v="3339" actId="1076"/>
          <ac:spMkLst>
            <pc:docMk/>
            <pc:sldMk cId="1784463388" sldId="291"/>
            <ac:spMk id="27" creationId="{E3A23245-9F42-263F-AE39-7DE180223E04}"/>
          </ac:spMkLst>
        </pc:spChg>
        <pc:spChg chg="add mod">
          <ac:chgData name="Carl-Philip Wenz" userId="ab85a2b9b6d7dc01" providerId="LiveId" clId="{A651CECB-4A16-4E1F-9771-303000754BE4}" dt="2025-10-26T18:40:14.005" v="3339" actId="1076"/>
          <ac:spMkLst>
            <pc:docMk/>
            <pc:sldMk cId="1784463388" sldId="291"/>
            <ac:spMk id="28" creationId="{8CC387FB-3D09-059E-5603-EBCAB26C45C8}"/>
          </ac:spMkLst>
        </pc:spChg>
        <pc:spChg chg="add mod">
          <ac:chgData name="Carl-Philip Wenz" userId="ab85a2b9b6d7dc01" providerId="LiveId" clId="{A651CECB-4A16-4E1F-9771-303000754BE4}" dt="2025-10-26T18:40:14.005" v="3339" actId="1076"/>
          <ac:spMkLst>
            <pc:docMk/>
            <pc:sldMk cId="1784463388" sldId="291"/>
            <ac:spMk id="29" creationId="{90B6979C-7DBF-72F3-8421-B38D296C6641}"/>
          </ac:spMkLst>
        </pc:spChg>
      </pc:sldChg>
      <pc:sldChg chg="addSp delSp modSp new del mod setBg">
        <pc:chgData name="Carl-Philip Wenz" userId="ab85a2b9b6d7dc01" providerId="LiveId" clId="{A651CECB-4A16-4E1F-9771-303000754BE4}" dt="2025-11-01T16:46:14.739" v="3374" actId="47"/>
        <pc:sldMkLst>
          <pc:docMk/>
          <pc:sldMk cId="1435334714" sldId="292"/>
        </pc:sldMkLst>
        <pc:spChg chg="add mod">
          <ac:chgData name="Carl-Philip Wenz" userId="ab85a2b9b6d7dc01" providerId="LiveId" clId="{A651CECB-4A16-4E1F-9771-303000754BE4}" dt="2025-10-26T18:41:30.054" v="3370" actId="1076"/>
          <ac:spMkLst>
            <pc:docMk/>
            <pc:sldMk cId="1435334714" sldId="292"/>
            <ac:spMk id="5" creationId="{4529C42A-BFFB-5A66-FF21-CA02E619CDA5}"/>
          </ac:spMkLst>
        </pc:spChg>
        <pc:spChg chg="add">
          <ac:chgData name="Carl-Philip Wenz" userId="ab85a2b9b6d7dc01" providerId="LiveId" clId="{A651CECB-4A16-4E1F-9771-303000754BE4}" dt="2025-10-26T18:41:12.188" v="3347" actId="26606"/>
          <ac:spMkLst>
            <pc:docMk/>
            <pc:sldMk cId="1435334714" sldId="292"/>
            <ac:spMk id="8" creationId="{7BDAC5B6-20CE-447F-8BA1-F2274AC7AE5B}"/>
          </ac:spMkLst>
        </pc:spChg>
        <pc:spChg chg="add">
          <ac:chgData name="Carl-Philip Wenz" userId="ab85a2b9b6d7dc01" providerId="LiveId" clId="{A651CECB-4A16-4E1F-9771-303000754BE4}" dt="2025-10-26T18:41:12.188" v="3347" actId="26606"/>
          <ac:spMkLst>
            <pc:docMk/>
            <pc:sldMk cId="1435334714" sldId="292"/>
            <ac:spMk id="10" creationId="{D1D22B31-BF8F-446B-9009-8A251FB177CB}"/>
          </ac:spMkLst>
        </pc:spChg>
        <pc:picChg chg="add mod">
          <ac:chgData name="Carl-Philip Wenz" userId="ab85a2b9b6d7dc01" providerId="LiveId" clId="{A651CECB-4A16-4E1F-9771-303000754BE4}" dt="2025-10-26T18:41:12.188" v="3347" actId="26606"/>
          <ac:picMkLst>
            <pc:docMk/>
            <pc:sldMk cId="1435334714" sldId="292"/>
            <ac:picMk id="3" creationId="{877697C6-0CE0-F323-A3B3-B5BC17A784F1}"/>
          </ac:picMkLst>
        </pc:picChg>
      </pc:sldChg>
      <pc:sldChg chg="addSp new del mod">
        <pc:chgData name="Carl-Philip Wenz" userId="ab85a2b9b6d7dc01" providerId="LiveId" clId="{A651CECB-4A16-4E1F-9771-303000754BE4}" dt="2025-11-01T16:46:00.950" v="3373" actId="47"/>
        <pc:sldMkLst>
          <pc:docMk/>
          <pc:sldMk cId="3524063850" sldId="293"/>
        </pc:sldMkLst>
      </pc:sldChg>
      <pc:sldMasterChg chg="modSldLayout">
        <pc:chgData name="Carl-Philip Wenz" userId="ab85a2b9b6d7dc01" providerId="LiveId" clId="{A651CECB-4A16-4E1F-9771-303000754BE4}" dt="2025-10-25T16:23:18.006" v="320" actId="14100"/>
        <pc:sldMasterMkLst>
          <pc:docMk/>
          <pc:sldMasterMk cId="3297738827" sldId="2147483648"/>
        </pc:sldMasterMkLst>
        <pc:sldLayoutChg chg="addSp delSp modSp mod">
          <pc:chgData name="Carl-Philip Wenz" userId="ab85a2b9b6d7dc01" providerId="LiveId" clId="{A651CECB-4A16-4E1F-9771-303000754BE4}" dt="2025-10-25T16:23:18.006" v="320" actId="14100"/>
          <pc:sldLayoutMkLst>
            <pc:docMk/>
            <pc:sldMasterMk cId="3297738827" sldId="2147483648"/>
            <pc:sldLayoutMk cId="2782978104" sldId="2147483655"/>
          </pc:sldLayoutMkLst>
          <pc:spChg chg="add mod">
            <ac:chgData name="Carl-Philip Wenz" userId="ab85a2b9b6d7dc01" providerId="LiveId" clId="{A651CECB-4A16-4E1F-9771-303000754BE4}" dt="2025-10-25T16:22:53.334" v="316" actId="207"/>
            <ac:spMkLst>
              <pc:docMk/>
              <pc:sldMasterMk cId="3297738827" sldId="2147483648"/>
              <pc:sldLayoutMk cId="2782978104" sldId="2147483655"/>
              <ac:spMk id="7" creationId="{CE97BC48-F774-CED6-16BA-124AFFF14B35}"/>
            </ac:spMkLst>
          </pc:spChg>
          <pc:spChg chg="add">
            <ac:chgData name="Carl-Philip Wenz" userId="ab85a2b9b6d7dc01" providerId="LiveId" clId="{A651CECB-4A16-4E1F-9771-303000754BE4}" dt="2025-10-25T16:23:04.828" v="317" actId="11529"/>
            <ac:spMkLst>
              <pc:docMk/>
              <pc:sldMasterMk cId="3297738827" sldId="2147483648"/>
              <pc:sldLayoutMk cId="2782978104" sldId="2147483655"/>
              <ac:spMk id="8" creationId="{70E8A48F-FB50-3C3E-FDBD-0ADF78D9D2AA}"/>
            </ac:spMkLst>
          </pc:spChg>
          <pc:spChg chg="add mod">
            <ac:chgData name="Carl-Philip Wenz" userId="ab85a2b9b6d7dc01" providerId="LiveId" clId="{A651CECB-4A16-4E1F-9771-303000754BE4}" dt="2025-10-25T16:23:18.006" v="320" actId="14100"/>
            <ac:spMkLst>
              <pc:docMk/>
              <pc:sldMasterMk cId="3297738827" sldId="2147483648"/>
              <pc:sldLayoutMk cId="2782978104" sldId="2147483655"/>
              <ac:spMk id="9" creationId="{07E16ABC-D07F-06F7-BF97-A6EFC904C07B}"/>
            </ac:spMkLst>
          </pc:spChg>
          <pc:picChg chg="add mod">
            <ac:chgData name="Carl-Philip Wenz" userId="ab85a2b9b6d7dc01" providerId="LiveId" clId="{A651CECB-4A16-4E1F-9771-303000754BE4}" dt="2025-10-25T16:22:10.214" v="287" actId="14100"/>
            <ac:picMkLst>
              <pc:docMk/>
              <pc:sldMasterMk cId="3297738827" sldId="2147483648"/>
              <pc:sldLayoutMk cId="2782978104" sldId="2147483655"/>
              <ac:picMk id="6" creationId="{AA3C0D70-312F-22BA-757E-9A204EB339EE}"/>
            </ac:picMkLst>
          </pc:picChg>
        </pc:sldLayoutChg>
      </pc:sldMasterChg>
    </pc:docChg>
  </pc:docChgLst>
  <pc:docChgLst>
    <pc:chgData name="Carl-Philip Wenz" userId="ab85a2b9b6d7dc01" providerId="LiveId" clId="{2E9086EE-37EB-4128-A99D-197FDE3DF0D9}"/>
    <pc:docChg chg="custSel addSld modSld sldOrd modSection">
      <pc:chgData name="Carl-Philip Wenz" userId="ab85a2b9b6d7dc01" providerId="LiveId" clId="{2E9086EE-37EB-4128-A99D-197FDE3DF0D9}" dt="2025-10-28T07:52:45.033" v="536" actId="14100"/>
      <pc:docMkLst>
        <pc:docMk/>
      </pc:docMkLst>
      <pc:sldChg chg="ord">
        <pc:chgData name="Carl-Philip Wenz" userId="ab85a2b9b6d7dc01" providerId="LiveId" clId="{2E9086EE-37EB-4128-A99D-197FDE3DF0D9}" dt="2025-10-28T07:34:01.121" v="281"/>
        <pc:sldMkLst>
          <pc:docMk/>
          <pc:sldMk cId="979859026" sldId="266"/>
        </pc:sldMkLst>
      </pc:sldChg>
      <pc:sldChg chg="addSp modSp mod modAnim">
        <pc:chgData name="Carl-Philip Wenz" userId="ab85a2b9b6d7dc01" providerId="LiveId" clId="{2E9086EE-37EB-4128-A99D-197FDE3DF0D9}" dt="2025-10-28T07:28:50.267" v="72"/>
        <pc:sldMkLst>
          <pc:docMk/>
          <pc:sldMk cId="3442835167" sldId="275"/>
        </pc:sldMkLst>
        <pc:spChg chg="add mod">
          <ac:chgData name="Carl-Philip Wenz" userId="ab85a2b9b6d7dc01" providerId="LiveId" clId="{2E9086EE-37EB-4128-A99D-197FDE3DF0D9}" dt="2025-10-28T07:28:39.264" v="71" actId="14100"/>
          <ac:spMkLst>
            <pc:docMk/>
            <pc:sldMk cId="3442835167" sldId="275"/>
            <ac:spMk id="2" creationId="{C9E5DBEF-3B41-35A8-80C8-D6820911747D}"/>
          </ac:spMkLst>
        </pc:spChg>
      </pc:sldChg>
      <pc:sldChg chg="modSp mod">
        <pc:chgData name="Carl-Philip Wenz" userId="ab85a2b9b6d7dc01" providerId="LiveId" clId="{2E9086EE-37EB-4128-A99D-197FDE3DF0D9}" dt="2025-10-28T07:52:45.033" v="536" actId="14100"/>
        <pc:sldMkLst>
          <pc:docMk/>
          <pc:sldMk cId="3665446153" sldId="280"/>
        </pc:sldMkLst>
        <pc:graphicFrameChg chg="mod">
          <ac:chgData name="Carl-Philip Wenz" userId="ab85a2b9b6d7dc01" providerId="LiveId" clId="{2E9086EE-37EB-4128-A99D-197FDE3DF0D9}" dt="2025-10-28T07:52:45.033" v="536" actId="14100"/>
          <ac:graphicFrameMkLst>
            <pc:docMk/>
            <pc:sldMk cId="3665446153" sldId="280"/>
            <ac:graphicFrameMk id="3" creationId="{95B75CD1-3D2E-74B8-817F-DF56D8A636D3}"/>
          </ac:graphicFrameMkLst>
        </pc:graphicFrameChg>
      </pc:sldChg>
      <pc:sldChg chg="addSp modSp new mod modAnim">
        <pc:chgData name="Carl-Philip Wenz" userId="ab85a2b9b6d7dc01" providerId="LiveId" clId="{2E9086EE-37EB-4128-A99D-197FDE3DF0D9}" dt="2025-10-28T07:27:50.710" v="39"/>
        <pc:sldMkLst>
          <pc:docMk/>
          <pc:sldMk cId="1090503018" sldId="294"/>
        </pc:sldMkLst>
        <pc:spChg chg="add mod">
          <ac:chgData name="Carl-Philip Wenz" userId="ab85a2b9b6d7dc01" providerId="LiveId" clId="{2E9086EE-37EB-4128-A99D-197FDE3DF0D9}" dt="2025-10-28T07:27:09.550" v="13" actId="1076"/>
          <ac:spMkLst>
            <pc:docMk/>
            <pc:sldMk cId="1090503018" sldId="294"/>
            <ac:spMk id="3" creationId="{129C31EC-3066-EABC-6C4B-62D3430A2CFC}"/>
          </ac:spMkLst>
        </pc:spChg>
        <pc:spChg chg="add mod">
          <ac:chgData name="Carl-Philip Wenz" userId="ab85a2b9b6d7dc01" providerId="LiveId" clId="{2E9086EE-37EB-4128-A99D-197FDE3DF0D9}" dt="2025-10-28T07:27:13.618" v="14" actId="1076"/>
          <ac:spMkLst>
            <pc:docMk/>
            <pc:sldMk cId="1090503018" sldId="294"/>
            <ac:spMk id="5" creationId="{3CE5B9DF-F954-739E-F738-88D31A1ECF49}"/>
          </ac:spMkLst>
        </pc:spChg>
        <pc:spChg chg="add mod">
          <ac:chgData name="Carl-Philip Wenz" userId="ab85a2b9b6d7dc01" providerId="LiveId" clId="{2E9086EE-37EB-4128-A99D-197FDE3DF0D9}" dt="2025-10-28T07:27:41.234" v="38" actId="403"/>
          <ac:spMkLst>
            <pc:docMk/>
            <pc:sldMk cId="1090503018" sldId="294"/>
            <ac:spMk id="6" creationId="{47A28E23-E566-1769-2BA1-101786B6AE72}"/>
          </ac:spMkLst>
        </pc:spChg>
      </pc:sldChg>
      <pc:sldChg chg="addSp modSp new mod modAnim">
        <pc:chgData name="Carl-Philip Wenz" userId="ab85a2b9b6d7dc01" providerId="LiveId" clId="{2E9086EE-37EB-4128-A99D-197FDE3DF0D9}" dt="2025-10-28T07:33:48.633" v="279" actId="20577"/>
        <pc:sldMkLst>
          <pc:docMk/>
          <pc:sldMk cId="552079434" sldId="295"/>
        </pc:sldMkLst>
        <pc:spChg chg="add mod">
          <ac:chgData name="Carl-Philip Wenz" userId="ab85a2b9b6d7dc01" providerId="LiveId" clId="{2E9086EE-37EB-4128-A99D-197FDE3DF0D9}" dt="2025-10-28T07:30:07.241" v="74"/>
          <ac:spMkLst>
            <pc:docMk/>
            <pc:sldMk cId="552079434" sldId="295"/>
            <ac:spMk id="2" creationId="{6481AFCA-8437-C457-D97E-4340A720F844}"/>
          </ac:spMkLst>
        </pc:spChg>
        <pc:spChg chg="add mod">
          <ac:chgData name="Carl-Philip Wenz" userId="ab85a2b9b6d7dc01" providerId="LiveId" clId="{2E9086EE-37EB-4128-A99D-197FDE3DF0D9}" dt="2025-10-28T07:33:23.710" v="249" actId="1076"/>
          <ac:spMkLst>
            <pc:docMk/>
            <pc:sldMk cId="552079434" sldId="295"/>
            <ac:spMk id="3" creationId="{83D0DDCF-F9B1-B510-CBDF-93B0AC8A8E5F}"/>
          </ac:spMkLst>
        </pc:spChg>
        <pc:spChg chg="add mod">
          <ac:chgData name="Carl-Philip Wenz" userId="ab85a2b9b6d7dc01" providerId="LiveId" clId="{2E9086EE-37EB-4128-A99D-197FDE3DF0D9}" dt="2025-10-28T07:33:26.232" v="250" actId="1076"/>
          <ac:spMkLst>
            <pc:docMk/>
            <pc:sldMk cId="552079434" sldId="295"/>
            <ac:spMk id="4" creationId="{F6351614-6F3B-FF3A-6A4F-25ECA4260B82}"/>
          </ac:spMkLst>
        </pc:spChg>
        <pc:spChg chg="add mod">
          <ac:chgData name="Carl-Philip Wenz" userId="ab85a2b9b6d7dc01" providerId="LiveId" clId="{2E9086EE-37EB-4128-A99D-197FDE3DF0D9}" dt="2025-10-28T07:33:48.633" v="279" actId="20577"/>
          <ac:spMkLst>
            <pc:docMk/>
            <pc:sldMk cId="552079434" sldId="295"/>
            <ac:spMk id="5" creationId="{8ADC1C0F-7C92-4C29-1F4B-4C0AADC50000}"/>
          </ac:spMkLst>
        </pc:spChg>
      </pc:sldChg>
      <pc:sldChg chg="addSp modSp new mod">
        <pc:chgData name="Carl-Philip Wenz" userId="ab85a2b9b6d7dc01" providerId="LiveId" clId="{2E9086EE-37EB-4128-A99D-197FDE3DF0D9}" dt="2025-10-28T07:49:52.502" v="534"/>
        <pc:sldMkLst>
          <pc:docMk/>
          <pc:sldMk cId="1730938933" sldId="296"/>
        </pc:sldMkLst>
        <pc:graphicFrameChg chg="add mod modGraphic">
          <ac:chgData name="Carl-Philip Wenz" userId="ab85a2b9b6d7dc01" providerId="LiveId" clId="{2E9086EE-37EB-4128-A99D-197FDE3DF0D9}" dt="2025-10-28T07:49:52.502" v="534"/>
          <ac:graphicFrameMkLst>
            <pc:docMk/>
            <pc:sldMk cId="1730938933" sldId="296"/>
            <ac:graphicFrameMk id="2" creationId="{B945692E-533B-54B1-C965-BC271A23FE0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9D5E73-2FDC-4ABE-834F-B6BA057CC758}"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de-DE"/>
        </a:p>
      </dgm:t>
    </dgm:pt>
    <dgm:pt modelId="{545508E2-A679-46A5-8868-93BE4A178DF8}">
      <dgm:prSet phldrT="[Text]" phldr="0"/>
      <dgm:spPr/>
      <dgm:t>
        <a:bodyPr/>
        <a:lstStyle/>
        <a:p>
          <a:r>
            <a:rPr lang="de-DE" dirty="0"/>
            <a:t>Start</a:t>
          </a:r>
        </a:p>
      </dgm:t>
    </dgm:pt>
    <dgm:pt modelId="{4E56CCC1-2603-4A9D-93A9-817EFFDFAFA6}" type="parTrans" cxnId="{A7243697-9659-47A8-BEF9-AA09BC4EEF27}">
      <dgm:prSet/>
      <dgm:spPr/>
      <dgm:t>
        <a:bodyPr/>
        <a:lstStyle/>
        <a:p>
          <a:endParaRPr lang="de-DE"/>
        </a:p>
      </dgm:t>
    </dgm:pt>
    <dgm:pt modelId="{76C8C5F8-A1E2-4F53-B82C-ABCFA4C6B77F}" type="sibTrans" cxnId="{A7243697-9659-47A8-BEF9-AA09BC4EEF27}">
      <dgm:prSet/>
      <dgm:spPr/>
      <dgm:t>
        <a:bodyPr/>
        <a:lstStyle/>
        <a:p>
          <a:endParaRPr lang="de-DE"/>
        </a:p>
      </dgm:t>
    </dgm:pt>
    <dgm:pt modelId="{A92BB3BF-62F7-4DCA-BE04-84565A8F7BE5}">
      <dgm:prSet phldrT="[Text]" phldr="0"/>
      <dgm:spPr/>
      <dgm:t>
        <a:bodyPr/>
        <a:lstStyle/>
        <a:p>
          <a:r>
            <a:rPr lang="de-DE" dirty="0"/>
            <a:t>Thema vorstellen</a:t>
          </a:r>
        </a:p>
      </dgm:t>
    </dgm:pt>
    <dgm:pt modelId="{BBB813B6-05D2-4ECC-964B-FAD26477EAAA}" type="parTrans" cxnId="{1AB488FD-44D4-4A82-B84E-7832132BC544}">
      <dgm:prSet/>
      <dgm:spPr/>
      <dgm:t>
        <a:bodyPr/>
        <a:lstStyle/>
        <a:p>
          <a:endParaRPr lang="de-DE"/>
        </a:p>
      </dgm:t>
    </dgm:pt>
    <dgm:pt modelId="{B23FFBEE-A5A1-4A9E-89FF-8A2B643F53CC}" type="sibTrans" cxnId="{1AB488FD-44D4-4A82-B84E-7832132BC544}">
      <dgm:prSet/>
      <dgm:spPr/>
      <dgm:t>
        <a:bodyPr/>
        <a:lstStyle/>
        <a:p>
          <a:endParaRPr lang="de-DE"/>
        </a:p>
      </dgm:t>
    </dgm:pt>
    <dgm:pt modelId="{096585A1-23DE-4B5B-A873-0D6F48B95F1C}">
      <dgm:prSet phldrT="[Text]" phldr="0"/>
      <dgm:spPr/>
      <dgm:t>
        <a:bodyPr/>
        <a:lstStyle/>
        <a:p>
          <a:r>
            <a:rPr lang="de-DE" dirty="0"/>
            <a:t>Kleiner „</a:t>
          </a:r>
          <a:r>
            <a:rPr lang="de-DE" dirty="0" err="1"/>
            <a:t>gesitlicher</a:t>
          </a:r>
          <a:r>
            <a:rPr lang="de-DE" dirty="0"/>
            <a:t> Input“</a:t>
          </a:r>
        </a:p>
      </dgm:t>
    </dgm:pt>
    <dgm:pt modelId="{278DCF78-48F4-490C-894F-423B4B87C936}" type="parTrans" cxnId="{60A6859A-5280-4FF2-BC1D-A42B9996A806}">
      <dgm:prSet/>
      <dgm:spPr/>
      <dgm:t>
        <a:bodyPr/>
        <a:lstStyle/>
        <a:p>
          <a:endParaRPr lang="de-DE"/>
        </a:p>
      </dgm:t>
    </dgm:pt>
    <dgm:pt modelId="{C21EE28D-79BB-45F3-8F58-231040E0CE65}" type="sibTrans" cxnId="{60A6859A-5280-4FF2-BC1D-A42B9996A806}">
      <dgm:prSet/>
      <dgm:spPr/>
      <dgm:t>
        <a:bodyPr/>
        <a:lstStyle/>
        <a:p>
          <a:endParaRPr lang="de-DE"/>
        </a:p>
      </dgm:t>
    </dgm:pt>
    <dgm:pt modelId="{2ECEC3AD-5337-4ECE-A0CD-964CF091F19E}">
      <dgm:prSet phldrT="[Text]" phldr="0"/>
      <dgm:spPr/>
      <dgm:t>
        <a:bodyPr/>
        <a:lstStyle/>
        <a:p>
          <a:r>
            <a:rPr lang="de-DE" dirty="0"/>
            <a:t>Gemeinsam</a:t>
          </a:r>
        </a:p>
      </dgm:t>
    </dgm:pt>
    <dgm:pt modelId="{EC540070-AA1A-42E6-BFE0-4A12B080280E}" type="parTrans" cxnId="{01C5DE83-F021-4A04-A60A-FCB8412B5986}">
      <dgm:prSet/>
      <dgm:spPr/>
      <dgm:t>
        <a:bodyPr/>
        <a:lstStyle/>
        <a:p>
          <a:endParaRPr lang="de-DE"/>
        </a:p>
      </dgm:t>
    </dgm:pt>
    <dgm:pt modelId="{08DC6AB8-F833-4AAA-AFEC-CA8369C40B48}" type="sibTrans" cxnId="{01C5DE83-F021-4A04-A60A-FCB8412B5986}">
      <dgm:prSet/>
      <dgm:spPr/>
      <dgm:t>
        <a:bodyPr/>
        <a:lstStyle/>
        <a:p>
          <a:endParaRPr lang="de-DE"/>
        </a:p>
      </dgm:t>
    </dgm:pt>
    <dgm:pt modelId="{46BE0B5C-2F04-4BCC-B24B-4CC47550E2D6}">
      <dgm:prSet phldrT="[Text]" phldr="0"/>
      <dgm:spPr/>
      <dgm:t>
        <a:bodyPr/>
        <a:lstStyle/>
        <a:p>
          <a:r>
            <a:rPr lang="de-DE" dirty="0"/>
            <a:t>Lernen: Präsentation / Live Coding</a:t>
          </a:r>
        </a:p>
      </dgm:t>
    </dgm:pt>
    <dgm:pt modelId="{70C20674-E10B-4E40-8DF3-F2D449BB7F09}" type="parTrans" cxnId="{B313ABF8-CA80-43F9-B34C-CBE213AAB88A}">
      <dgm:prSet/>
      <dgm:spPr/>
      <dgm:t>
        <a:bodyPr/>
        <a:lstStyle/>
        <a:p>
          <a:endParaRPr lang="de-DE"/>
        </a:p>
      </dgm:t>
    </dgm:pt>
    <dgm:pt modelId="{BC0B861C-882B-4CEE-A7AF-11E838863F37}" type="sibTrans" cxnId="{B313ABF8-CA80-43F9-B34C-CBE213AAB88A}">
      <dgm:prSet/>
      <dgm:spPr/>
      <dgm:t>
        <a:bodyPr/>
        <a:lstStyle/>
        <a:p>
          <a:endParaRPr lang="de-DE"/>
        </a:p>
      </dgm:t>
    </dgm:pt>
    <dgm:pt modelId="{FCC19442-BBE6-4F39-AD15-C7CB6B630A57}">
      <dgm:prSet phldrT="[Text]" phldr="0"/>
      <dgm:spPr/>
      <dgm:t>
        <a:bodyPr/>
        <a:lstStyle/>
        <a:p>
          <a:r>
            <a:rPr lang="de-DE" dirty="0"/>
            <a:t>Alle machen gleiche Aufgaben</a:t>
          </a:r>
        </a:p>
      </dgm:t>
    </dgm:pt>
    <dgm:pt modelId="{4CD1C2CF-1FEA-4D86-BF8B-716656978956}" type="parTrans" cxnId="{718ACEAB-F63A-4A05-ADB3-872A7471F2E4}">
      <dgm:prSet/>
      <dgm:spPr/>
      <dgm:t>
        <a:bodyPr/>
        <a:lstStyle/>
        <a:p>
          <a:endParaRPr lang="de-DE"/>
        </a:p>
      </dgm:t>
    </dgm:pt>
    <dgm:pt modelId="{58DF770C-E1C9-4F5A-9E00-916B4BDCAC29}" type="sibTrans" cxnId="{718ACEAB-F63A-4A05-ADB3-872A7471F2E4}">
      <dgm:prSet/>
      <dgm:spPr/>
      <dgm:t>
        <a:bodyPr/>
        <a:lstStyle/>
        <a:p>
          <a:endParaRPr lang="de-DE"/>
        </a:p>
      </dgm:t>
    </dgm:pt>
    <dgm:pt modelId="{217B9C4A-C42A-4BDB-AD05-558C0DAACDB5}">
      <dgm:prSet phldrT="[Text]" phldr="0"/>
      <dgm:spPr/>
      <dgm:t>
        <a:bodyPr/>
        <a:lstStyle/>
        <a:p>
          <a:r>
            <a:rPr lang="de-DE" dirty="0"/>
            <a:t>Jeder</a:t>
          </a:r>
        </a:p>
      </dgm:t>
    </dgm:pt>
    <dgm:pt modelId="{C8C56A5E-1EFB-4296-83B1-DE705D48E84F}" type="parTrans" cxnId="{2C97E750-09A0-4CEE-88E4-78B1363E9EEC}">
      <dgm:prSet/>
      <dgm:spPr/>
      <dgm:t>
        <a:bodyPr/>
        <a:lstStyle/>
        <a:p>
          <a:endParaRPr lang="de-DE"/>
        </a:p>
      </dgm:t>
    </dgm:pt>
    <dgm:pt modelId="{66BAB93B-CAB2-4459-B629-E69DA2EA0C4B}" type="sibTrans" cxnId="{2C97E750-09A0-4CEE-88E4-78B1363E9EEC}">
      <dgm:prSet/>
      <dgm:spPr/>
      <dgm:t>
        <a:bodyPr/>
        <a:lstStyle/>
        <a:p>
          <a:endParaRPr lang="de-DE"/>
        </a:p>
      </dgm:t>
    </dgm:pt>
    <dgm:pt modelId="{3C9B38E4-900B-40ED-AFA8-C8667539CF0C}">
      <dgm:prSet phldrT="[Text]" phldr="0"/>
      <dgm:spPr/>
      <dgm:t>
        <a:bodyPr/>
        <a:lstStyle/>
        <a:p>
          <a:r>
            <a:rPr lang="de-DE" dirty="0"/>
            <a:t>Arbeitet an seinem Projekt weiter</a:t>
          </a:r>
        </a:p>
      </dgm:t>
    </dgm:pt>
    <dgm:pt modelId="{42A8C231-9675-4264-9CE5-E57D57DCACC9}" type="parTrans" cxnId="{E934E309-B57C-4048-9A8A-4B9F500330F9}">
      <dgm:prSet/>
      <dgm:spPr/>
      <dgm:t>
        <a:bodyPr/>
        <a:lstStyle/>
        <a:p>
          <a:endParaRPr lang="de-DE"/>
        </a:p>
      </dgm:t>
    </dgm:pt>
    <dgm:pt modelId="{10E6AB05-6DCB-4AAE-95D0-1279879CFB50}" type="sibTrans" cxnId="{E934E309-B57C-4048-9A8A-4B9F500330F9}">
      <dgm:prSet/>
      <dgm:spPr/>
      <dgm:t>
        <a:bodyPr/>
        <a:lstStyle/>
        <a:p>
          <a:endParaRPr lang="de-DE"/>
        </a:p>
      </dgm:t>
    </dgm:pt>
    <dgm:pt modelId="{D94DCCA1-933F-4610-8CC1-B72FA792A8F8}">
      <dgm:prSet phldrT="[Text]" phldr="0"/>
      <dgm:spPr/>
      <dgm:t>
        <a:bodyPr/>
        <a:lstStyle/>
        <a:p>
          <a:r>
            <a:rPr lang="de-DE" dirty="0"/>
            <a:t>Gemeinsam helfen und Ideen austauschen</a:t>
          </a:r>
        </a:p>
      </dgm:t>
    </dgm:pt>
    <dgm:pt modelId="{88612622-721A-4FF6-8D44-28B81A32FAC2}" type="parTrans" cxnId="{61259E29-572F-45BB-9E3F-08703C439C89}">
      <dgm:prSet/>
      <dgm:spPr/>
      <dgm:t>
        <a:bodyPr/>
        <a:lstStyle/>
        <a:p>
          <a:endParaRPr lang="de-DE"/>
        </a:p>
      </dgm:t>
    </dgm:pt>
    <dgm:pt modelId="{0AAC7D3B-99CF-4992-B936-45F40AB2EC59}" type="sibTrans" cxnId="{61259E29-572F-45BB-9E3F-08703C439C89}">
      <dgm:prSet/>
      <dgm:spPr/>
      <dgm:t>
        <a:bodyPr/>
        <a:lstStyle/>
        <a:p>
          <a:endParaRPr lang="de-DE"/>
        </a:p>
      </dgm:t>
    </dgm:pt>
    <dgm:pt modelId="{6AEB5F49-0F9D-441A-B776-E4AF6029ABDB}" type="pres">
      <dgm:prSet presAssocID="{439D5E73-2FDC-4ABE-834F-B6BA057CC758}" presName="linearFlow" presStyleCnt="0">
        <dgm:presLayoutVars>
          <dgm:dir/>
          <dgm:animLvl val="lvl"/>
          <dgm:resizeHandles val="exact"/>
        </dgm:presLayoutVars>
      </dgm:prSet>
      <dgm:spPr/>
    </dgm:pt>
    <dgm:pt modelId="{4679FF9B-722F-49F9-B9E4-84DFC8C90129}" type="pres">
      <dgm:prSet presAssocID="{545508E2-A679-46A5-8868-93BE4A178DF8}" presName="composite" presStyleCnt="0"/>
      <dgm:spPr/>
    </dgm:pt>
    <dgm:pt modelId="{292EF74E-32CA-4B03-B8D4-7A70B475A2F3}" type="pres">
      <dgm:prSet presAssocID="{545508E2-A679-46A5-8868-93BE4A178DF8}" presName="parentText" presStyleLbl="alignNode1" presStyleIdx="0" presStyleCnt="3">
        <dgm:presLayoutVars>
          <dgm:chMax val="1"/>
          <dgm:bulletEnabled val="1"/>
        </dgm:presLayoutVars>
      </dgm:prSet>
      <dgm:spPr/>
    </dgm:pt>
    <dgm:pt modelId="{2100AD91-1E0A-433B-8669-2339BB914098}" type="pres">
      <dgm:prSet presAssocID="{545508E2-A679-46A5-8868-93BE4A178DF8}" presName="descendantText" presStyleLbl="alignAcc1" presStyleIdx="0" presStyleCnt="3">
        <dgm:presLayoutVars>
          <dgm:bulletEnabled val="1"/>
        </dgm:presLayoutVars>
      </dgm:prSet>
      <dgm:spPr/>
    </dgm:pt>
    <dgm:pt modelId="{E81838D0-5EC4-4F9B-853D-D711F9D14E74}" type="pres">
      <dgm:prSet presAssocID="{76C8C5F8-A1E2-4F53-B82C-ABCFA4C6B77F}" presName="sp" presStyleCnt="0"/>
      <dgm:spPr/>
    </dgm:pt>
    <dgm:pt modelId="{DD2EC986-1DCC-4613-9F3A-054911188A3D}" type="pres">
      <dgm:prSet presAssocID="{2ECEC3AD-5337-4ECE-A0CD-964CF091F19E}" presName="composite" presStyleCnt="0"/>
      <dgm:spPr/>
    </dgm:pt>
    <dgm:pt modelId="{1563BBCC-B8C0-44C9-9F04-91C161638AD0}" type="pres">
      <dgm:prSet presAssocID="{2ECEC3AD-5337-4ECE-A0CD-964CF091F19E}" presName="parentText" presStyleLbl="alignNode1" presStyleIdx="1" presStyleCnt="3">
        <dgm:presLayoutVars>
          <dgm:chMax val="1"/>
          <dgm:bulletEnabled val="1"/>
        </dgm:presLayoutVars>
      </dgm:prSet>
      <dgm:spPr/>
    </dgm:pt>
    <dgm:pt modelId="{53550E41-2AE3-424C-88BC-95ABB6C20CE8}" type="pres">
      <dgm:prSet presAssocID="{2ECEC3AD-5337-4ECE-A0CD-964CF091F19E}" presName="descendantText" presStyleLbl="alignAcc1" presStyleIdx="1" presStyleCnt="3">
        <dgm:presLayoutVars>
          <dgm:bulletEnabled val="1"/>
        </dgm:presLayoutVars>
      </dgm:prSet>
      <dgm:spPr/>
    </dgm:pt>
    <dgm:pt modelId="{315F9408-C90C-4F70-B76E-95A50E14691A}" type="pres">
      <dgm:prSet presAssocID="{08DC6AB8-F833-4AAA-AFEC-CA8369C40B48}" presName="sp" presStyleCnt="0"/>
      <dgm:spPr/>
    </dgm:pt>
    <dgm:pt modelId="{E7F44061-C6D8-40C1-806C-E7AECE474743}" type="pres">
      <dgm:prSet presAssocID="{217B9C4A-C42A-4BDB-AD05-558C0DAACDB5}" presName="composite" presStyleCnt="0"/>
      <dgm:spPr/>
    </dgm:pt>
    <dgm:pt modelId="{97F83259-71BB-4233-940C-4A5D0116BBB1}" type="pres">
      <dgm:prSet presAssocID="{217B9C4A-C42A-4BDB-AD05-558C0DAACDB5}" presName="parentText" presStyleLbl="alignNode1" presStyleIdx="2" presStyleCnt="3">
        <dgm:presLayoutVars>
          <dgm:chMax val="1"/>
          <dgm:bulletEnabled val="1"/>
        </dgm:presLayoutVars>
      </dgm:prSet>
      <dgm:spPr/>
    </dgm:pt>
    <dgm:pt modelId="{51327FB9-965A-4C7D-AAB1-16EBA90F47F5}" type="pres">
      <dgm:prSet presAssocID="{217B9C4A-C42A-4BDB-AD05-558C0DAACDB5}" presName="descendantText" presStyleLbl="alignAcc1" presStyleIdx="2" presStyleCnt="3">
        <dgm:presLayoutVars>
          <dgm:bulletEnabled val="1"/>
        </dgm:presLayoutVars>
      </dgm:prSet>
      <dgm:spPr/>
    </dgm:pt>
  </dgm:ptLst>
  <dgm:cxnLst>
    <dgm:cxn modelId="{E934E309-B57C-4048-9A8A-4B9F500330F9}" srcId="{217B9C4A-C42A-4BDB-AD05-558C0DAACDB5}" destId="{3C9B38E4-900B-40ED-AFA8-C8667539CF0C}" srcOrd="0" destOrd="0" parTransId="{42A8C231-9675-4264-9CE5-E57D57DCACC9}" sibTransId="{10E6AB05-6DCB-4AAE-95D0-1279879CFB50}"/>
    <dgm:cxn modelId="{61259E29-572F-45BB-9E3F-08703C439C89}" srcId="{217B9C4A-C42A-4BDB-AD05-558C0DAACDB5}" destId="{D94DCCA1-933F-4610-8CC1-B72FA792A8F8}" srcOrd="1" destOrd="0" parTransId="{88612622-721A-4FF6-8D44-28B81A32FAC2}" sibTransId="{0AAC7D3B-99CF-4992-B936-45F40AB2EC59}"/>
    <dgm:cxn modelId="{927F8537-23E7-4E48-B7D3-090BE408ADD8}" type="presOf" srcId="{2ECEC3AD-5337-4ECE-A0CD-964CF091F19E}" destId="{1563BBCC-B8C0-44C9-9F04-91C161638AD0}" srcOrd="0" destOrd="0" presId="urn:microsoft.com/office/officeart/2005/8/layout/chevron2"/>
    <dgm:cxn modelId="{8905F15E-50A9-4BD1-A22D-8CEF23DEFD21}" type="presOf" srcId="{46BE0B5C-2F04-4BCC-B24B-4CC47550E2D6}" destId="{53550E41-2AE3-424C-88BC-95ABB6C20CE8}" srcOrd="0" destOrd="0" presId="urn:microsoft.com/office/officeart/2005/8/layout/chevron2"/>
    <dgm:cxn modelId="{2B28D342-B5A9-4562-A281-30641BDE556F}" type="presOf" srcId="{217B9C4A-C42A-4BDB-AD05-558C0DAACDB5}" destId="{97F83259-71BB-4233-940C-4A5D0116BBB1}" srcOrd="0" destOrd="0" presId="urn:microsoft.com/office/officeart/2005/8/layout/chevron2"/>
    <dgm:cxn modelId="{2C97E750-09A0-4CEE-88E4-78B1363E9EEC}" srcId="{439D5E73-2FDC-4ABE-834F-B6BA057CC758}" destId="{217B9C4A-C42A-4BDB-AD05-558C0DAACDB5}" srcOrd="2" destOrd="0" parTransId="{C8C56A5E-1EFB-4296-83B1-DE705D48E84F}" sibTransId="{66BAB93B-CAB2-4459-B629-E69DA2EA0C4B}"/>
    <dgm:cxn modelId="{0E70CE73-BD82-45C3-8555-6C51C934B0C6}" type="presOf" srcId="{FCC19442-BBE6-4F39-AD15-C7CB6B630A57}" destId="{53550E41-2AE3-424C-88BC-95ABB6C20CE8}" srcOrd="0" destOrd="1" presId="urn:microsoft.com/office/officeart/2005/8/layout/chevron2"/>
    <dgm:cxn modelId="{E10C9283-E251-4CA4-95E3-9FFCCEE591B0}" type="presOf" srcId="{096585A1-23DE-4B5B-A873-0D6F48B95F1C}" destId="{2100AD91-1E0A-433B-8669-2339BB914098}" srcOrd="0" destOrd="1" presId="urn:microsoft.com/office/officeart/2005/8/layout/chevron2"/>
    <dgm:cxn modelId="{01C5DE83-F021-4A04-A60A-FCB8412B5986}" srcId="{439D5E73-2FDC-4ABE-834F-B6BA057CC758}" destId="{2ECEC3AD-5337-4ECE-A0CD-964CF091F19E}" srcOrd="1" destOrd="0" parTransId="{EC540070-AA1A-42E6-BFE0-4A12B080280E}" sibTransId="{08DC6AB8-F833-4AAA-AFEC-CA8369C40B48}"/>
    <dgm:cxn modelId="{A7243697-9659-47A8-BEF9-AA09BC4EEF27}" srcId="{439D5E73-2FDC-4ABE-834F-B6BA057CC758}" destId="{545508E2-A679-46A5-8868-93BE4A178DF8}" srcOrd="0" destOrd="0" parTransId="{4E56CCC1-2603-4A9D-93A9-817EFFDFAFA6}" sibTransId="{76C8C5F8-A1E2-4F53-B82C-ABCFA4C6B77F}"/>
    <dgm:cxn modelId="{60A6859A-5280-4FF2-BC1D-A42B9996A806}" srcId="{545508E2-A679-46A5-8868-93BE4A178DF8}" destId="{096585A1-23DE-4B5B-A873-0D6F48B95F1C}" srcOrd="1" destOrd="0" parTransId="{278DCF78-48F4-490C-894F-423B4B87C936}" sibTransId="{C21EE28D-79BB-45F3-8F58-231040E0CE65}"/>
    <dgm:cxn modelId="{718ACEAB-F63A-4A05-ADB3-872A7471F2E4}" srcId="{2ECEC3AD-5337-4ECE-A0CD-964CF091F19E}" destId="{FCC19442-BBE6-4F39-AD15-C7CB6B630A57}" srcOrd="1" destOrd="0" parTransId="{4CD1C2CF-1FEA-4D86-BF8B-716656978956}" sibTransId="{58DF770C-E1C9-4F5A-9E00-916B4BDCAC29}"/>
    <dgm:cxn modelId="{72E7A8B0-79A5-4E84-A419-49D6B49C54B4}" type="presOf" srcId="{A92BB3BF-62F7-4DCA-BE04-84565A8F7BE5}" destId="{2100AD91-1E0A-433B-8669-2339BB914098}" srcOrd="0" destOrd="0" presId="urn:microsoft.com/office/officeart/2005/8/layout/chevron2"/>
    <dgm:cxn modelId="{779DE4BC-8F45-4D63-910B-E474DA374559}" type="presOf" srcId="{439D5E73-2FDC-4ABE-834F-B6BA057CC758}" destId="{6AEB5F49-0F9D-441A-B776-E4AF6029ABDB}" srcOrd="0" destOrd="0" presId="urn:microsoft.com/office/officeart/2005/8/layout/chevron2"/>
    <dgm:cxn modelId="{0D2935D4-848C-4943-B98F-1C8B018D352A}" type="presOf" srcId="{545508E2-A679-46A5-8868-93BE4A178DF8}" destId="{292EF74E-32CA-4B03-B8D4-7A70B475A2F3}" srcOrd="0" destOrd="0" presId="urn:microsoft.com/office/officeart/2005/8/layout/chevron2"/>
    <dgm:cxn modelId="{FF76C9D9-194D-45E6-A743-DB983DEC8148}" type="presOf" srcId="{3C9B38E4-900B-40ED-AFA8-C8667539CF0C}" destId="{51327FB9-965A-4C7D-AAB1-16EBA90F47F5}" srcOrd="0" destOrd="0" presId="urn:microsoft.com/office/officeart/2005/8/layout/chevron2"/>
    <dgm:cxn modelId="{03933CF5-7248-4C4C-BF54-0ACC9C966199}" type="presOf" srcId="{D94DCCA1-933F-4610-8CC1-B72FA792A8F8}" destId="{51327FB9-965A-4C7D-AAB1-16EBA90F47F5}" srcOrd="0" destOrd="1" presId="urn:microsoft.com/office/officeart/2005/8/layout/chevron2"/>
    <dgm:cxn modelId="{B313ABF8-CA80-43F9-B34C-CBE213AAB88A}" srcId="{2ECEC3AD-5337-4ECE-A0CD-964CF091F19E}" destId="{46BE0B5C-2F04-4BCC-B24B-4CC47550E2D6}" srcOrd="0" destOrd="0" parTransId="{70C20674-E10B-4E40-8DF3-F2D449BB7F09}" sibTransId="{BC0B861C-882B-4CEE-A7AF-11E838863F37}"/>
    <dgm:cxn modelId="{1AB488FD-44D4-4A82-B84E-7832132BC544}" srcId="{545508E2-A679-46A5-8868-93BE4A178DF8}" destId="{A92BB3BF-62F7-4DCA-BE04-84565A8F7BE5}" srcOrd="0" destOrd="0" parTransId="{BBB813B6-05D2-4ECC-964B-FAD26477EAAA}" sibTransId="{B23FFBEE-A5A1-4A9E-89FF-8A2B643F53CC}"/>
    <dgm:cxn modelId="{EA1A6839-1E09-4DB5-8546-CC34EA1C6ECA}" type="presParOf" srcId="{6AEB5F49-0F9D-441A-B776-E4AF6029ABDB}" destId="{4679FF9B-722F-49F9-B9E4-84DFC8C90129}" srcOrd="0" destOrd="0" presId="urn:microsoft.com/office/officeart/2005/8/layout/chevron2"/>
    <dgm:cxn modelId="{80C9F8F0-5448-4741-9CB7-D6E6C05B58DC}" type="presParOf" srcId="{4679FF9B-722F-49F9-B9E4-84DFC8C90129}" destId="{292EF74E-32CA-4B03-B8D4-7A70B475A2F3}" srcOrd="0" destOrd="0" presId="urn:microsoft.com/office/officeart/2005/8/layout/chevron2"/>
    <dgm:cxn modelId="{67CC643B-8A28-45FD-8CBA-DA85CDC2B393}" type="presParOf" srcId="{4679FF9B-722F-49F9-B9E4-84DFC8C90129}" destId="{2100AD91-1E0A-433B-8669-2339BB914098}" srcOrd="1" destOrd="0" presId="urn:microsoft.com/office/officeart/2005/8/layout/chevron2"/>
    <dgm:cxn modelId="{01A947F2-79E0-4551-A3D2-8DFDC8AC30E4}" type="presParOf" srcId="{6AEB5F49-0F9D-441A-B776-E4AF6029ABDB}" destId="{E81838D0-5EC4-4F9B-853D-D711F9D14E74}" srcOrd="1" destOrd="0" presId="urn:microsoft.com/office/officeart/2005/8/layout/chevron2"/>
    <dgm:cxn modelId="{17BC096C-5E0B-4457-946E-BA2CA4A983B0}" type="presParOf" srcId="{6AEB5F49-0F9D-441A-B776-E4AF6029ABDB}" destId="{DD2EC986-1DCC-4613-9F3A-054911188A3D}" srcOrd="2" destOrd="0" presId="urn:microsoft.com/office/officeart/2005/8/layout/chevron2"/>
    <dgm:cxn modelId="{EE134050-FB66-40FF-90B1-7A04CB1D806B}" type="presParOf" srcId="{DD2EC986-1DCC-4613-9F3A-054911188A3D}" destId="{1563BBCC-B8C0-44C9-9F04-91C161638AD0}" srcOrd="0" destOrd="0" presId="urn:microsoft.com/office/officeart/2005/8/layout/chevron2"/>
    <dgm:cxn modelId="{504C43A3-670F-4222-8331-40FDA9BC9134}" type="presParOf" srcId="{DD2EC986-1DCC-4613-9F3A-054911188A3D}" destId="{53550E41-2AE3-424C-88BC-95ABB6C20CE8}" srcOrd="1" destOrd="0" presId="urn:microsoft.com/office/officeart/2005/8/layout/chevron2"/>
    <dgm:cxn modelId="{8FE480B8-0977-4421-888F-9C7646274818}" type="presParOf" srcId="{6AEB5F49-0F9D-441A-B776-E4AF6029ABDB}" destId="{315F9408-C90C-4F70-B76E-95A50E14691A}" srcOrd="3" destOrd="0" presId="urn:microsoft.com/office/officeart/2005/8/layout/chevron2"/>
    <dgm:cxn modelId="{7FAC9E66-2D4C-4446-91F1-D0F5138720C6}" type="presParOf" srcId="{6AEB5F49-0F9D-441A-B776-E4AF6029ABDB}" destId="{E7F44061-C6D8-40C1-806C-E7AECE474743}" srcOrd="4" destOrd="0" presId="urn:microsoft.com/office/officeart/2005/8/layout/chevron2"/>
    <dgm:cxn modelId="{CE676581-DA9F-4073-91EA-10CBAFA47D22}" type="presParOf" srcId="{E7F44061-C6D8-40C1-806C-E7AECE474743}" destId="{97F83259-71BB-4233-940C-4A5D0116BBB1}" srcOrd="0" destOrd="0" presId="urn:microsoft.com/office/officeart/2005/8/layout/chevron2"/>
    <dgm:cxn modelId="{81BE0EBE-2C29-451C-9212-29BA84279961}" type="presParOf" srcId="{E7F44061-C6D8-40C1-806C-E7AECE474743}" destId="{51327FB9-965A-4C7D-AAB1-16EBA90F47F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E8130F-C85B-4EB4-98DE-02674F64EE84}"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de-DE"/>
        </a:p>
      </dgm:t>
    </dgm:pt>
    <dgm:pt modelId="{61E49E70-DD93-4437-87B5-2CECB8A18545}">
      <dgm:prSet phldrT="[Text]" phldr="0"/>
      <dgm:spPr/>
      <dgm:t>
        <a:bodyPr/>
        <a:lstStyle/>
        <a:p>
          <a:r>
            <a:rPr lang="de-DE" dirty="0"/>
            <a:t>Hallo Welt!</a:t>
          </a:r>
        </a:p>
      </dgm:t>
    </dgm:pt>
    <dgm:pt modelId="{8C506611-1758-456D-AC18-24701545BD6E}" type="parTrans" cxnId="{A60F735E-572F-49A6-A6E3-ECBE5A871A15}">
      <dgm:prSet/>
      <dgm:spPr/>
      <dgm:t>
        <a:bodyPr/>
        <a:lstStyle/>
        <a:p>
          <a:endParaRPr lang="de-DE"/>
        </a:p>
      </dgm:t>
    </dgm:pt>
    <dgm:pt modelId="{98BB3F27-18E1-41BA-91FC-6B60BDCFB9BB}" type="sibTrans" cxnId="{A60F735E-572F-49A6-A6E3-ECBE5A871A15}">
      <dgm:prSet/>
      <dgm:spPr/>
      <dgm:t>
        <a:bodyPr/>
        <a:lstStyle/>
        <a:p>
          <a:endParaRPr lang="de-DE"/>
        </a:p>
      </dgm:t>
    </dgm:pt>
    <dgm:pt modelId="{63966D21-959C-4866-9402-291823E2D134}">
      <dgm:prSet phldrT="[Text]"/>
      <dgm:spPr/>
      <dgm:t>
        <a:bodyPr/>
        <a:lstStyle/>
        <a:p>
          <a:r>
            <a:rPr lang="de-DE" dirty="0"/>
            <a:t>Quiz Spiel</a:t>
          </a:r>
        </a:p>
      </dgm:t>
    </dgm:pt>
    <dgm:pt modelId="{E42D24E7-7734-492D-A94D-9AC1FD799D86}" type="parTrans" cxnId="{44FB38F0-6DE7-4D84-9DDE-B5B4F9C648F4}">
      <dgm:prSet/>
      <dgm:spPr/>
      <dgm:t>
        <a:bodyPr/>
        <a:lstStyle/>
        <a:p>
          <a:endParaRPr lang="de-DE"/>
        </a:p>
      </dgm:t>
    </dgm:pt>
    <dgm:pt modelId="{72E7438A-A954-4F4A-B969-BB89A051650C}" type="sibTrans" cxnId="{44FB38F0-6DE7-4D84-9DDE-B5B4F9C648F4}">
      <dgm:prSet/>
      <dgm:spPr/>
      <dgm:t>
        <a:bodyPr/>
        <a:lstStyle/>
        <a:p>
          <a:endParaRPr lang="de-DE"/>
        </a:p>
      </dgm:t>
    </dgm:pt>
    <dgm:pt modelId="{3A1D8462-7F1A-4B98-928C-D514A5C49E77}">
      <dgm:prSet phldrT="[Text]" phldr="0"/>
      <dgm:spPr/>
      <dgm:t>
        <a:bodyPr/>
        <a:lstStyle/>
        <a:p>
          <a:r>
            <a:rPr lang="de-DE" dirty="0"/>
            <a:t>Kleine Tools</a:t>
          </a:r>
        </a:p>
      </dgm:t>
    </dgm:pt>
    <dgm:pt modelId="{0A9E8C46-4379-493A-A37B-10EB78774B4E}" type="parTrans" cxnId="{5DA31572-A7FC-428E-B2D0-D3BEB26B4B98}">
      <dgm:prSet/>
      <dgm:spPr/>
      <dgm:t>
        <a:bodyPr/>
        <a:lstStyle/>
        <a:p>
          <a:endParaRPr lang="de-DE"/>
        </a:p>
      </dgm:t>
    </dgm:pt>
    <dgm:pt modelId="{2D2E9CDF-02E5-4C5A-96A9-495B53646A69}" type="sibTrans" cxnId="{5DA31572-A7FC-428E-B2D0-D3BEB26B4B98}">
      <dgm:prSet/>
      <dgm:spPr/>
      <dgm:t>
        <a:bodyPr/>
        <a:lstStyle/>
        <a:p>
          <a:endParaRPr lang="de-DE"/>
        </a:p>
      </dgm:t>
    </dgm:pt>
    <dgm:pt modelId="{8A0F20C2-6E4B-4A4E-AF85-DA30B22B2961}">
      <dgm:prSet phldrT="[Text]" phldr="0"/>
      <dgm:spPr/>
      <dgm:t>
        <a:bodyPr/>
        <a:lstStyle/>
        <a:p>
          <a:r>
            <a:rPr lang="de-DE" dirty="0"/>
            <a:t>Spiele:</a:t>
          </a:r>
          <a:br>
            <a:rPr lang="de-DE" dirty="0"/>
          </a:br>
          <a:r>
            <a:rPr lang="de-DE" dirty="0"/>
            <a:t>Ping Pong, Snake, mini Autorennen, Wirtschaftssimulation, Kartenspiele, Brettspiele?</a:t>
          </a:r>
        </a:p>
      </dgm:t>
    </dgm:pt>
    <dgm:pt modelId="{7440232E-BCA6-4429-93D6-46A2F8F5932B}" type="parTrans" cxnId="{57F5D8E7-E700-48C9-B71C-98C523DB2928}">
      <dgm:prSet/>
      <dgm:spPr/>
      <dgm:t>
        <a:bodyPr/>
        <a:lstStyle/>
        <a:p>
          <a:endParaRPr lang="de-DE"/>
        </a:p>
      </dgm:t>
    </dgm:pt>
    <dgm:pt modelId="{92988E8E-7EA2-4057-B649-6CAA07C22A84}" type="sibTrans" cxnId="{57F5D8E7-E700-48C9-B71C-98C523DB2928}">
      <dgm:prSet/>
      <dgm:spPr/>
      <dgm:t>
        <a:bodyPr/>
        <a:lstStyle/>
        <a:p>
          <a:endParaRPr lang="de-DE"/>
        </a:p>
      </dgm:t>
    </dgm:pt>
    <dgm:pt modelId="{D8D6655D-CC0A-48DD-80C4-943B27ACB15B}">
      <dgm:prSet phldrT="[Text]" phldr="0"/>
      <dgm:spPr/>
      <dgm:t>
        <a:bodyPr/>
        <a:lstStyle/>
        <a:p>
          <a:r>
            <a:rPr lang="de-DE" dirty="0"/>
            <a:t>Lernprogramme:</a:t>
          </a:r>
          <a:br>
            <a:rPr lang="de-DE" dirty="0"/>
          </a:br>
          <a:r>
            <a:rPr lang="de-DE" dirty="0"/>
            <a:t>Englisch, Bibel-Verse, Geschichte</a:t>
          </a:r>
        </a:p>
      </dgm:t>
    </dgm:pt>
    <dgm:pt modelId="{B66A4026-D8F6-4529-B48D-792287E7259D}" type="parTrans" cxnId="{BC4F04DC-D650-4F81-A273-7D3FDE58B426}">
      <dgm:prSet/>
      <dgm:spPr/>
      <dgm:t>
        <a:bodyPr/>
        <a:lstStyle/>
        <a:p>
          <a:endParaRPr lang="de-DE"/>
        </a:p>
      </dgm:t>
    </dgm:pt>
    <dgm:pt modelId="{518F7C92-5376-4432-8E4D-78F2FD5A7BE9}" type="sibTrans" cxnId="{BC4F04DC-D650-4F81-A273-7D3FDE58B426}">
      <dgm:prSet/>
      <dgm:spPr/>
      <dgm:t>
        <a:bodyPr/>
        <a:lstStyle/>
        <a:p>
          <a:endParaRPr lang="de-DE"/>
        </a:p>
      </dgm:t>
    </dgm:pt>
    <dgm:pt modelId="{B9E41BF5-79A8-46C1-B3BE-997CEB0DC305}">
      <dgm:prSet phldrT="[Text]" phldr="0"/>
      <dgm:spPr/>
      <dgm:t>
        <a:bodyPr/>
        <a:lstStyle/>
        <a:p>
          <a:r>
            <a:rPr lang="de-DE" dirty="0"/>
            <a:t>Interaktive Website</a:t>
          </a:r>
        </a:p>
      </dgm:t>
    </dgm:pt>
    <dgm:pt modelId="{B1FC2F20-AC2F-4E5C-BA67-A185B473C455}" type="parTrans" cxnId="{ABFC0805-FDFE-4A9C-AE26-4ECFAD1E5CC6}">
      <dgm:prSet/>
      <dgm:spPr/>
      <dgm:t>
        <a:bodyPr/>
        <a:lstStyle/>
        <a:p>
          <a:endParaRPr lang="de-DE"/>
        </a:p>
      </dgm:t>
    </dgm:pt>
    <dgm:pt modelId="{F00684A5-CE92-44F7-882C-6C3674AF9408}" type="sibTrans" cxnId="{ABFC0805-FDFE-4A9C-AE26-4ECFAD1E5CC6}">
      <dgm:prSet/>
      <dgm:spPr/>
      <dgm:t>
        <a:bodyPr/>
        <a:lstStyle/>
        <a:p>
          <a:endParaRPr lang="de-DE"/>
        </a:p>
      </dgm:t>
    </dgm:pt>
    <dgm:pt modelId="{376DC10C-EA53-4555-9BA2-2FB3018C8A70}">
      <dgm:prSet phldrT="[Text]" phldr="0"/>
      <dgm:spPr/>
      <dgm:t>
        <a:bodyPr/>
        <a:lstStyle/>
        <a:p>
          <a:r>
            <a:rPr lang="de-DE"/>
            <a:t>Apps fürs Smartphone</a:t>
          </a:r>
          <a:endParaRPr lang="de-DE" dirty="0"/>
        </a:p>
      </dgm:t>
    </dgm:pt>
    <dgm:pt modelId="{36F07423-F425-4555-A3EA-8DCC5AB18F9D}" type="parTrans" cxnId="{C2F7BC7E-06D6-4E8F-A98A-F46D9A5CA62B}">
      <dgm:prSet/>
      <dgm:spPr/>
      <dgm:t>
        <a:bodyPr/>
        <a:lstStyle/>
        <a:p>
          <a:endParaRPr lang="de-DE"/>
        </a:p>
      </dgm:t>
    </dgm:pt>
    <dgm:pt modelId="{04C3B9E7-AB89-4569-95CA-879EBA4EA89E}" type="sibTrans" cxnId="{C2F7BC7E-06D6-4E8F-A98A-F46D9A5CA62B}">
      <dgm:prSet/>
      <dgm:spPr/>
      <dgm:t>
        <a:bodyPr/>
        <a:lstStyle/>
        <a:p>
          <a:endParaRPr lang="de-DE"/>
        </a:p>
      </dgm:t>
    </dgm:pt>
    <dgm:pt modelId="{BEC7D869-CD8A-4D0F-B387-DA9AEA01AAC2}">
      <dgm:prSet phldrT="[Text]" phldr="0" custT="1"/>
      <dgm:spPr/>
      <dgm:t>
        <a:bodyPr/>
        <a:lstStyle/>
        <a:p>
          <a:r>
            <a:rPr lang="de-DE" sz="11500" dirty="0"/>
            <a:t>?</a:t>
          </a:r>
          <a:endParaRPr lang="de-DE" sz="2200" dirty="0"/>
        </a:p>
      </dgm:t>
    </dgm:pt>
    <dgm:pt modelId="{15D0A89C-E7DB-4B65-A12E-900050A1C745}" type="parTrans" cxnId="{8EB2229E-6E03-46B9-AFE3-095F19F521DC}">
      <dgm:prSet/>
      <dgm:spPr/>
      <dgm:t>
        <a:bodyPr/>
        <a:lstStyle/>
        <a:p>
          <a:endParaRPr lang="de-DE"/>
        </a:p>
      </dgm:t>
    </dgm:pt>
    <dgm:pt modelId="{8201953C-EC8B-4393-8867-D027BA238E30}" type="sibTrans" cxnId="{8EB2229E-6E03-46B9-AFE3-095F19F521DC}">
      <dgm:prSet/>
      <dgm:spPr/>
      <dgm:t>
        <a:bodyPr/>
        <a:lstStyle/>
        <a:p>
          <a:endParaRPr lang="de-DE"/>
        </a:p>
      </dgm:t>
    </dgm:pt>
    <dgm:pt modelId="{9E3DF698-719B-4F40-8468-7680D14FB946}" type="pres">
      <dgm:prSet presAssocID="{0FE8130F-C85B-4EB4-98DE-02674F64EE84}" presName="diagram" presStyleCnt="0">
        <dgm:presLayoutVars>
          <dgm:dir/>
          <dgm:resizeHandles val="exact"/>
        </dgm:presLayoutVars>
      </dgm:prSet>
      <dgm:spPr/>
    </dgm:pt>
    <dgm:pt modelId="{07658A9F-40FB-44DC-BFD7-66FAC73F7368}" type="pres">
      <dgm:prSet presAssocID="{61E49E70-DD93-4437-87B5-2CECB8A18545}" presName="node" presStyleLbl="node1" presStyleIdx="0" presStyleCnt="8">
        <dgm:presLayoutVars>
          <dgm:bulletEnabled val="1"/>
        </dgm:presLayoutVars>
      </dgm:prSet>
      <dgm:spPr/>
    </dgm:pt>
    <dgm:pt modelId="{6011504C-96EE-40D4-A269-9AFEE3645DAB}" type="pres">
      <dgm:prSet presAssocID="{98BB3F27-18E1-41BA-91FC-6B60BDCFB9BB}" presName="sibTrans" presStyleCnt="0"/>
      <dgm:spPr/>
    </dgm:pt>
    <dgm:pt modelId="{63BFDF9F-94AF-43B9-B386-07F1B82732DD}" type="pres">
      <dgm:prSet presAssocID="{63966D21-959C-4866-9402-291823E2D134}" presName="node" presStyleLbl="node1" presStyleIdx="1" presStyleCnt="8">
        <dgm:presLayoutVars>
          <dgm:bulletEnabled val="1"/>
        </dgm:presLayoutVars>
      </dgm:prSet>
      <dgm:spPr/>
    </dgm:pt>
    <dgm:pt modelId="{CB93210B-A1F1-401F-999B-D97F00E6B97C}" type="pres">
      <dgm:prSet presAssocID="{72E7438A-A954-4F4A-B969-BB89A051650C}" presName="sibTrans" presStyleCnt="0"/>
      <dgm:spPr/>
    </dgm:pt>
    <dgm:pt modelId="{BE51A656-DDFC-4379-AF79-96DBD0D7FC87}" type="pres">
      <dgm:prSet presAssocID="{3A1D8462-7F1A-4B98-928C-D514A5C49E77}" presName="node" presStyleLbl="node1" presStyleIdx="2" presStyleCnt="8" custScaleX="72227">
        <dgm:presLayoutVars>
          <dgm:bulletEnabled val="1"/>
        </dgm:presLayoutVars>
      </dgm:prSet>
      <dgm:spPr/>
    </dgm:pt>
    <dgm:pt modelId="{3A7488A7-FD2D-473E-AE22-1724503C1EEF}" type="pres">
      <dgm:prSet presAssocID="{2D2E9CDF-02E5-4C5A-96A9-495B53646A69}" presName="sibTrans" presStyleCnt="0"/>
      <dgm:spPr/>
    </dgm:pt>
    <dgm:pt modelId="{C9C2DC70-2EF5-43D2-BD2C-624B3D6999AF}" type="pres">
      <dgm:prSet presAssocID="{8A0F20C2-6E4B-4A4E-AF85-DA30B22B2961}" presName="node" presStyleLbl="node1" presStyleIdx="3" presStyleCnt="8" custScaleX="186212">
        <dgm:presLayoutVars>
          <dgm:bulletEnabled val="1"/>
        </dgm:presLayoutVars>
      </dgm:prSet>
      <dgm:spPr/>
    </dgm:pt>
    <dgm:pt modelId="{0888DA88-74E0-44B1-87AD-E8E57F542CED}" type="pres">
      <dgm:prSet presAssocID="{92988E8E-7EA2-4057-B649-6CAA07C22A84}" presName="sibTrans" presStyleCnt="0"/>
      <dgm:spPr/>
    </dgm:pt>
    <dgm:pt modelId="{4801665C-91FB-4418-9FF0-374E8901F418}" type="pres">
      <dgm:prSet presAssocID="{D8D6655D-CC0A-48DD-80C4-943B27ACB15B}" presName="node" presStyleLbl="node1" presStyleIdx="4" presStyleCnt="8">
        <dgm:presLayoutVars>
          <dgm:bulletEnabled val="1"/>
        </dgm:presLayoutVars>
      </dgm:prSet>
      <dgm:spPr/>
    </dgm:pt>
    <dgm:pt modelId="{86797CD3-74CA-4CE9-9454-8E0E39A3D098}" type="pres">
      <dgm:prSet presAssocID="{518F7C92-5376-4432-8E4D-78F2FD5A7BE9}" presName="sibTrans" presStyleCnt="0"/>
      <dgm:spPr/>
    </dgm:pt>
    <dgm:pt modelId="{D5D5A235-9FE4-48FE-83D9-4AFC13DB40F0}" type="pres">
      <dgm:prSet presAssocID="{B9E41BF5-79A8-46C1-B3BE-997CEB0DC305}" presName="node" presStyleLbl="node1" presStyleIdx="5" presStyleCnt="8">
        <dgm:presLayoutVars>
          <dgm:bulletEnabled val="1"/>
        </dgm:presLayoutVars>
      </dgm:prSet>
      <dgm:spPr/>
    </dgm:pt>
    <dgm:pt modelId="{5FAF7B6F-E97C-4C00-9266-87C407593B1D}" type="pres">
      <dgm:prSet presAssocID="{F00684A5-CE92-44F7-882C-6C3674AF9408}" presName="sibTrans" presStyleCnt="0"/>
      <dgm:spPr/>
    </dgm:pt>
    <dgm:pt modelId="{4F0EF7F0-250C-4D87-9A96-22CBBA17767F}" type="pres">
      <dgm:prSet presAssocID="{376DC10C-EA53-4555-9BA2-2FB3018C8A70}" presName="node" presStyleLbl="node1" presStyleIdx="6" presStyleCnt="8">
        <dgm:presLayoutVars>
          <dgm:bulletEnabled val="1"/>
        </dgm:presLayoutVars>
      </dgm:prSet>
      <dgm:spPr/>
    </dgm:pt>
    <dgm:pt modelId="{76BD97C9-167C-4020-B564-18FD0B619ED6}" type="pres">
      <dgm:prSet presAssocID="{04C3B9E7-AB89-4569-95CA-879EBA4EA89E}" presName="sibTrans" presStyleCnt="0"/>
      <dgm:spPr/>
    </dgm:pt>
    <dgm:pt modelId="{DCE0D5CF-7980-46CB-A65B-8D6AF8C2803B}" type="pres">
      <dgm:prSet presAssocID="{BEC7D869-CD8A-4D0F-B387-DA9AEA01AAC2}" presName="node" presStyleLbl="node1" presStyleIdx="7" presStyleCnt="8">
        <dgm:presLayoutVars>
          <dgm:bulletEnabled val="1"/>
        </dgm:presLayoutVars>
      </dgm:prSet>
      <dgm:spPr/>
    </dgm:pt>
  </dgm:ptLst>
  <dgm:cxnLst>
    <dgm:cxn modelId="{ABFC0805-FDFE-4A9C-AE26-4ECFAD1E5CC6}" srcId="{0FE8130F-C85B-4EB4-98DE-02674F64EE84}" destId="{B9E41BF5-79A8-46C1-B3BE-997CEB0DC305}" srcOrd="5" destOrd="0" parTransId="{B1FC2F20-AC2F-4E5C-BA67-A185B473C455}" sibTransId="{F00684A5-CE92-44F7-882C-6C3674AF9408}"/>
    <dgm:cxn modelId="{1B7B4722-E3D1-453C-8F08-9EE91B826C1F}" type="presOf" srcId="{61E49E70-DD93-4437-87B5-2CECB8A18545}" destId="{07658A9F-40FB-44DC-BFD7-66FAC73F7368}" srcOrd="0" destOrd="0" presId="urn:microsoft.com/office/officeart/2005/8/layout/default"/>
    <dgm:cxn modelId="{3BFE6227-42DC-427E-8B05-D6511336ECFA}" type="presOf" srcId="{3A1D8462-7F1A-4B98-928C-D514A5C49E77}" destId="{BE51A656-DDFC-4379-AF79-96DBD0D7FC87}" srcOrd="0" destOrd="0" presId="urn:microsoft.com/office/officeart/2005/8/layout/default"/>
    <dgm:cxn modelId="{6D4A6932-AE1A-4E53-BC9C-BA23E1C15B78}" type="presOf" srcId="{BEC7D869-CD8A-4D0F-B387-DA9AEA01AAC2}" destId="{DCE0D5CF-7980-46CB-A65B-8D6AF8C2803B}" srcOrd="0" destOrd="0" presId="urn:microsoft.com/office/officeart/2005/8/layout/default"/>
    <dgm:cxn modelId="{A60F735E-572F-49A6-A6E3-ECBE5A871A15}" srcId="{0FE8130F-C85B-4EB4-98DE-02674F64EE84}" destId="{61E49E70-DD93-4437-87B5-2CECB8A18545}" srcOrd="0" destOrd="0" parTransId="{8C506611-1758-456D-AC18-24701545BD6E}" sibTransId="{98BB3F27-18E1-41BA-91FC-6B60BDCFB9BB}"/>
    <dgm:cxn modelId="{27450864-EBCA-434B-84FC-9911812D48D1}" type="presOf" srcId="{63966D21-959C-4866-9402-291823E2D134}" destId="{63BFDF9F-94AF-43B9-B386-07F1B82732DD}" srcOrd="0" destOrd="0" presId="urn:microsoft.com/office/officeart/2005/8/layout/default"/>
    <dgm:cxn modelId="{22C2004D-662E-4D6A-B4FC-C9359E5151DC}" type="presOf" srcId="{376DC10C-EA53-4555-9BA2-2FB3018C8A70}" destId="{4F0EF7F0-250C-4D87-9A96-22CBBA17767F}" srcOrd="0" destOrd="0" presId="urn:microsoft.com/office/officeart/2005/8/layout/default"/>
    <dgm:cxn modelId="{5DA31572-A7FC-428E-B2D0-D3BEB26B4B98}" srcId="{0FE8130F-C85B-4EB4-98DE-02674F64EE84}" destId="{3A1D8462-7F1A-4B98-928C-D514A5C49E77}" srcOrd="2" destOrd="0" parTransId="{0A9E8C46-4379-493A-A37B-10EB78774B4E}" sibTransId="{2D2E9CDF-02E5-4C5A-96A9-495B53646A69}"/>
    <dgm:cxn modelId="{A8F0D255-E369-4291-A5C7-9C554ED2575E}" type="presOf" srcId="{B9E41BF5-79A8-46C1-B3BE-997CEB0DC305}" destId="{D5D5A235-9FE4-48FE-83D9-4AFC13DB40F0}" srcOrd="0" destOrd="0" presId="urn:microsoft.com/office/officeart/2005/8/layout/default"/>
    <dgm:cxn modelId="{C2F7BC7E-06D6-4E8F-A98A-F46D9A5CA62B}" srcId="{0FE8130F-C85B-4EB4-98DE-02674F64EE84}" destId="{376DC10C-EA53-4555-9BA2-2FB3018C8A70}" srcOrd="6" destOrd="0" parTransId="{36F07423-F425-4555-A3EA-8DCC5AB18F9D}" sibTransId="{04C3B9E7-AB89-4569-95CA-879EBA4EA89E}"/>
    <dgm:cxn modelId="{9CA81E9B-6232-4490-A2E5-93DCA0DBDCA2}" type="presOf" srcId="{0FE8130F-C85B-4EB4-98DE-02674F64EE84}" destId="{9E3DF698-719B-4F40-8468-7680D14FB946}" srcOrd="0" destOrd="0" presId="urn:microsoft.com/office/officeart/2005/8/layout/default"/>
    <dgm:cxn modelId="{8EB2229E-6E03-46B9-AFE3-095F19F521DC}" srcId="{0FE8130F-C85B-4EB4-98DE-02674F64EE84}" destId="{BEC7D869-CD8A-4D0F-B387-DA9AEA01AAC2}" srcOrd="7" destOrd="0" parTransId="{15D0A89C-E7DB-4B65-A12E-900050A1C745}" sibTransId="{8201953C-EC8B-4393-8867-D027BA238E30}"/>
    <dgm:cxn modelId="{9F1591D8-EE1E-4C5E-B2E0-50722ECD0093}" type="presOf" srcId="{8A0F20C2-6E4B-4A4E-AF85-DA30B22B2961}" destId="{C9C2DC70-2EF5-43D2-BD2C-624B3D6999AF}" srcOrd="0" destOrd="0" presId="urn:microsoft.com/office/officeart/2005/8/layout/default"/>
    <dgm:cxn modelId="{BC4F04DC-D650-4F81-A273-7D3FDE58B426}" srcId="{0FE8130F-C85B-4EB4-98DE-02674F64EE84}" destId="{D8D6655D-CC0A-48DD-80C4-943B27ACB15B}" srcOrd="4" destOrd="0" parTransId="{B66A4026-D8F6-4529-B48D-792287E7259D}" sibTransId="{518F7C92-5376-4432-8E4D-78F2FD5A7BE9}"/>
    <dgm:cxn modelId="{57F5D8E7-E700-48C9-B71C-98C523DB2928}" srcId="{0FE8130F-C85B-4EB4-98DE-02674F64EE84}" destId="{8A0F20C2-6E4B-4A4E-AF85-DA30B22B2961}" srcOrd="3" destOrd="0" parTransId="{7440232E-BCA6-4429-93D6-46A2F8F5932B}" sibTransId="{92988E8E-7EA2-4057-B649-6CAA07C22A84}"/>
    <dgm:cxn modelId="{44FB38F0-6DE7-4D84-9DDE-B5B4F9C648F4}" srcId="{0FE8130F-C85B-4EB4-98DE-02674F64EE84}" destId="{63966D21-959C-4866-9402-291823E2D134}" srcOrd="1" destOrd="0" parTransId="{E42D24E7-7734-492D-A94D-9AC1FD799D86}" sibTransId="{72E7438A-A954-4F4A-B969-BB89A051650C}"/>
    <dgm:cxn modelId="{F3308AF4-EB59-4B83-B555-51E0AE1AF49E}" type="presOf" srcId="{D8D6655D-CC0A-48DD-80C4-943B27ACB15B}" destId="{4801665C-91FB-4418-9FF0-374E8901F418}" srcOrd="0" destOrd="0" presId="urn:microsoft.com/office/officeart/2005/8/layout/default"/>
    <dgm:cxn modelId="{FBD2D950-81C0-4AA8-B62C-3C59DBBBEEE0}" type="presParOf" srcId="{9E3DF698-719B-4F40-8468-7680D14FB946}" destId="{07658A9F-40FB-44DC-BFD7-66FAC73F7368}" srcOrd="0" destOrd="0" presId="urn:microsoft.com/office/officeart/2005/8/layout/default"/>
    <dgm:cxn modelId="{C4AF10C2-743D-49B9-A234-380F8315372D}" type="presParOf" srcId="{9E3DF698-719B-4F40-8468-7680D14FB946}" destId="{6011504C-96EE-40D4-A269-9AFEE3645DAB}" srcOrd="1" destOrd="0" presId="urn:microsoft.com/office/officeart/2005/8/layout/default"/>
    <dgm:cxn modelId="{1D5707BB-78EE-4A66-8203-B1B46799E7CD}" type="presParOf" srcId="{9E3DF698-719B-4F40-8468-7680D14FB946}" destId="{63BFDF9F-94AF-43B9-B386-07F1B82732DD}" srcOrd="2" destOrd="0" presId="urn:microsoft.com/office/officeart/2005/8/layout/default"/>
    <dgm:cxn modelId="{A6D74659-F237-4B3A-8E02-8BC2EC5407B3}" type="presParOf" srcId="{9E3DF698-719B-4F40-8468-7680D14FB946}" destId="{CB93210B-A1F1-401F-999B-D97F00E6B97C}" srcOrd="3" destOrd="0" presId="urn:microsoft.com/office/officeart/2005/8/layout/default"/>
    <dgm:cxn modelId="{5A6FA666-7A21-400D-80E0-DDD5C463FE0F}" type="presParOf" srcId="{9E3DF698-719B-4F40-8468-7680D14FB946}" destId="{BE51A656-DDFC-4379-AF79-96DBD0D7FC87}" srcOrd="4" destOrd="0" presId="urn:microsoft.com/office/officeart/2005/8/layout/default"/>
    <dgm:cxn modelId="{7ACFC370-A881-4ABE-84F4-C2A915639E51}" type="presParOf" srcId="{9E3DF698-719B-4F40-8468-7680D14FB946}" destId="{3A7488A7-FD2D-473E-AE22-1724503C1EEF}" srcOrd="5" destOrd="0" presId="urn:microsoft.com/office/officeart/2005/8/layout/default"/>
    <dgm:cxn modelId="{0AE5E5B1-6ECF-4501-AF4E-DFF3375F08F1}" type="presParOf" srcId="{9E3DF698-719B-4F40-8468-7680D14FB946}" destId="{C9C2DC70-2EF5-43D2-BD2C-624B3D6999AF}" srcOrd="6" destOrd="0" presId="urn:microsoft.com/office/officeart/2005/8/layout/default"/>
    <dgm:cxn modelId="{00EDC0C8-8BB5-48E5-8618-57C8006533F5}" type="presParOf" srcId="{9E3DF698-719B-4F40-8468-7680D14FB946}" destId="{0888DA88-74E0-44B1-87AD-E8E57F542CED}" srcOrd="7" destOrd="0" presId="urn:microsoft.com/office/officeart/2005/8/layout/default"/>
    <dgm:cxn modelId="{1FDB5250-9020-4D4D-9055-A07E257CCF15}" type="presParOf" srcId="{9E3DF698-719B-4F40-8468-7680D14FB946}" destId="{4801665C-91FB-4418-9FF0-374E8901F418}" srcOrd="8" destOrd="0" presId="urn:microsoft.com/office/officeart/2005/8/layout/default"/>
    <dgm:cxn modelId="{5C3BDB61-CCBF-47E6-986A-8CD55FC8B03B}" type="presParOf" srcId="{9E3DF698-719B-4F40-8468-7680D14FB946}" destId="{86797CD3-74CA-4CE9-9454-8E0E39A3D098}" srcOrd="9" destOrd="0" presId="urn:microsoft.com/office/officeart/2005/8/layout/default"/>
    <dgm:cxn modelId="{6FAC3EA1-842D-4322-925B-C0C225A99012}" type="presParOf" srcId="{9E3DF698-719B-4F40-8468-7680D14FB946}" destId="{D5D5A235-9FE4-48FE-83D9-4AFC13DB40F0}" srcOrd="10" destOrd="0" presId="urn:microsoft.com/office/officeart/2005/8/layout/default"/>
    <dgm:cxn modelId="{1CE9885F-D787-4E05-8213-9F4955DC5852}" type="presParOf" srcId="{9E3DF698-719B-4F40-8468-7680D14FB946}" destId="{5FAF7B6F-E97C-4C00-9266-87C407593B1D}" srcOrd="11" destOrd="0" presId="urn:microsoft.com/office/officeart/2005/8/layout/default"/>
    <dgm:cxn modelId="{32517B9A-6CCA-4F47-A42C-F9FF59B52619}" type="presParOf" srcId="{9E3DF698-719B-4F40-8468-7680D14FB946}" destId="{4F0EF7F0-250C-4D87-9A96-22CBBA17767F}" srcOrd="12" destOrd="0" presId="urn:microsoft.com/office/officeart/2005/8/layout/default"/>
    <dgm:cxn modelId="{485D3F66-41A1-4434-B102-CA9E9A1F52F5}" type="presParOf" srcId="{9E3DF698-719B-4F40-8468-7680D14FB946}" destId="{76BD97C9-167C-4020-B564-18FD0B619ED6}" srcOrd="13" destOrd="0" presId="urn:microsoft.com/office/officeart/2005/8/layout/default"/>
    <dgm:cxn modelId="{C9960253-55B1-464A-B705-C9D5485A1401}" type="presParOf" srcId="{9E3DF698-719B-4F40-8468-7680D14FB946}" destId="{DCE0D5CF-7980-46CB-A65B-8D6AF8C2803B}"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CEA227-5F07-45C9-AF04-99ED14D983B7}" type="doc">
      <dgm:prSet loTypeId="urn:microsoft.com/office/officeart/2005/8/layout/default" loCatId="list" qsTypeId="urn:microsoft.com/office/officeart/2005/8/quickstyle/simple5" qsCatId="simple" csTypeId="urn:microsoft.com/office/officeart/2005/8/colors/colorful2" csCatId="colorful" phldr="1"/>
      <dgm:spPr/>
      <dgm:t>
        <a:bodyPr/>
        <a:lstStyle/>
        <a:p>
          <a:endParaRPr lang="de-DE"/>
        </a:p>
      </dgm:t>
    </dgm:pt>
    <dgm:pt modelId="{F63CB08C-5566-4066-97A8-275EA7895446}">
      <dgm:prSet phldrT="[Text]" phldr="0"/>
      <dgm:spPr/>
      <dgm:t>
        <a:bodyPr/>
        <a:lstStyle/>
        <a:p>
          <a:r>
            <a:rPr lang="de-DE" dirty="0"/>
            <a:t>Modern / Aktuell</a:t>
          </a:r>
        </a:p>
      </dgm:t>
    </dgm:pt>
    <dgm:pt modelId="{1FA67E73-3445-4931-B095-C963B87E0CBD}" type="parTrans" cxnId="{8AF08B2F-5CF0-475F-A3E3-04592F844820}">
      <dgm:prSet/>
      <dgm:spPr/>
      <dgm:t>
        <a:bodyPr/>
        <a:lstStyle/>
        <a:p>
          <a:endParaRPr lang="de-DE"/>
        </a:p>
      </dgm:t>
    </dgm:pt>
    <dgm:pt modelId="{BC6A03C9-E0AB-4315-9DB0-C0BF31BC1499}" type="sibTrans" cxnId="{8AF08B2F-5CF0-475F-A3E3-04592F844820}">
      <dgm:prSet/>
      <dgm:spPr/>
      <dgm:t>
        <a:bodyPr/>
        <a:lstStyle/>
        <a:p>
          <a:endParaRPr lang="de-DE"/>
        </a:p>
      </dgm:t>
    </dgm:pt>
    <dgm:pt modelId="{AD298F1A-0884-49A2-8529-CDA8AB3AE15D}">
      <dgm:prSet phldrT="[Text]" phldr="0"/>
      <dgm:spPr/>
      <dgm:t>
        <a:bodyPr/>
        <a:lstStyle/>
        <a:p>
          <a:r>
            <a:rPr lang="de-DE" dirty="0"/>
            <a:t>Einfach</a:t>
          </a:r>
        </a:p>
      </dgm:t>
    </dgm:pt>
    <dgm:pt modelId="{6C6FF2EE-9141-4FB1-922D-B71CBA2820A3}" type="parTrans" cxnId="{30305CD8-981D-4B0F-AD38-CD015ED74129}">
      <dgm:prSet/>
      <dgm:spPr/>
      <dgm:t>
        <a:bodyPr/>
        <a:lstStyle/>
        <a:p>
          <a:endParaRPr lang="de-DE"/>
        </a:p>
      </dgm:t>
    </dgm:pt>
    <dgm:pt modelId="{0762639E-8494-4797-9F2F-4A4BCD3195C0}" type="sibTrans" cxnId="{30305CD8-981D-4B0F-AD38-CD015ED74129}">
      <dgm:prSet/>
      <dgm:spPr/>
      <dgm:t>
        <a:bodyPr/>
        <a:lstStyle/>
        <a:p>
          <a:endParaRPr lang="de-DE"/>
        </a:p>
      </dgm:t>
    </dgm:pt>
    <dgm:pt modelId="{E6B7BB11-BD75-4487-9ED0-D497387092E4}">
      <dgm:prSet phldrT="[Text]" phldr="0"/>
      <dgm:spPr/>
      <dgm:t>
        <a:bodyPr/>
        <a:lstStyle/>
        <a:p>
          <a:r>
            <a:rPr lang="de-DE" dirty="0"/>
            <a:t>Weit verbreitet</a:t>
          </a:r>
        </a:p>
      </dgm:t>
    </dgm:pt>
    <dgm:pt modelId="{19BEE996-157E-4913-95AB-85CAD0023D03}" type="parTrans" cxnId="{9E336546-B9C3-4575-86F0-F5804B53E18C}">
      <dgm:prSet/>
      <dgm:spPr/>
      <dgm:t>
        <a:bodyPr/>
        <a:lstStyle/>
        <a:p>
          <a:endParaRPr lang="de-DE"/>
        </a:p>
      </dgm:t>
    </dgm:pt>
    <dgm:pt modelId="{F0632FC2-DAB1-423F-B093-CF215B80C616}" type="sibTrans" cxnId="{9E336546-B9C3-4575-86F0-F5804B53E18C}">
      <dgm:prSet/>
      <dgm:spPr/>
      <dgm:t>
        <a:bodyPr/>
        <a:lstStyle/>
        <a:p>
          <a:endParaRPr lang="de-DE"/>
        </a:p>
      </dgm:t>
    </dgm:pt>
    <dgm:pt modelId="{96161486-21C8-4804-B4C9-F842F906F925}">
      <dgm:prSet phldrT="[Text]" phldr="0"/>
      <dgm:spPr/>
      <dgm:t>
        <a:bodyPr/>
        <a:lstStyle/>
        <a:p>
          <a:r>
            <a:rPr lang="de-DE" dirty="0"/>
            <a:t>KI-Zeitalter</a:t>
          </a:r>
        </a:p>
      </dgm:t>
    </dgm:pt>
    <dgm:pt modelId="{6C88925B-8A2D-48AA-B4C3-A53AB57F23AF}" type="parTrans" cxnId="{1FAC1B6C-4208-4EF2-BAE2-4E4DDCBB43D0}">
      <dgm:prSet/>
      <dgm:spPr/>
      <dgm:t>
        <a:bodyPr/>
        <a:lstStyle/>
        <a:p>
          <a:endParaRPr lang="de-DE"/>
        </a:p>
      </dgm:t>
    </dgm:pt>
    <dgm:pt modelId="{F96955F8-33F0-4CA0-9E8F-81B2759CA30B}" type="sibTrans" cxnId="{1FAC1B6C-4208-4EF2-BAE2-4E4DDCBB43D0}">
      <dgm:prSet/>
      <dgm:spPr/>
      <dgm:t>
        <a:bodyPr/>
        <a:lstStyle/>
        <a:p>
          <a:endParaRPr lang="de-DE"/>
        </a:p>
      </dgm:t>
    </dgm:pt>
    <dgm:pt modelId="{FC2ED589-D2AA-4560-ADDC-1B109227E3F8}">
      <dgm:prSet phldrT="[Text]" phldr="0"/>
      <dgm:spPr/>
      <dgm:t>
        <a:bodyPr/>
        <a:lstStyle/>
        <a:p>
          <a:r>
            <a:rPr lang="de-DE" dirty="0"/>
            <a:t>Überall nutzbar </a:t>
          </a:r>
          <a:r>
            <a:rPr lang="de-DE" dirty="0">
              <a:sym typeface="Wingdings" panose="05000000000000000000" pitchFamily="2" charset="2"/>
            </a:rPr>
            <a:t></a:t>
          </a:r>
          <a:r>
            <a:rPr lang="de-DE" dirty="0"/>
            <a:t> Hello World über GUI, Web, Elektronik – IoT bis zu KI</a:t>
          </a:r>
        </a:p>
      </dgm:t>
    </dgm:pt>
    <dgm:pt modelId="{166BFD69-8989-4F65-A03B-C09E468DF9B7}" type="parTrans" cxnId="{19B2DA59-9301-41E9-85C7-F302BA8DE6D6}">
      <dgm:prSet/>
      <dgm:spPr/>
      <dgm:t>
        <a:bodyPr/>
        <a:lstStyle/>
        <a:p>
          <a:endParaRPr lang="de-DE"/>
        </a:p>
      </dgm:t>
    </dgm:pt>
    <dgm:pt modelId="{EF29C3C7-2ED3-4FAB-BB94-A7BF6E45C1ED}" type="sibTrans" cxnId="{19B2DA59-9301-41E9-85C7-F302BA8DE6D6}">
      <dgm:prSet/>
      <dgm:spPr/>
      <dgm:t>
        <a:bodyPr/>
        <a:lstStyle/>
        <a:p>
          <a:endParaRPr lang="de-DE"/>
        </a:p>
      </dgm:t>
    </dgm:pt>
    <dgm:pt modelId="{9AEA0591-253C-49F1-8353-A0B9A9EEDF13}" type="pres">
      <dgm:prSet presAssocID="{12CEA227-5F07-45C9-AF04-99ED14D983B7}" presName="diagram" presStyleCnt="0">
        <dgm:presLayoutVars>
          <dgm:dir/>
          <dgm:resizeHandles val="exact"/>
        </dgm:presLayoutVars>
      </dgm:prSet>
      <dgm:spPr/>
    </dgm:pt>
    <dgm:pt modelId="{7E27D4DD-D318-4F22-A6AE-2548746FCE72}" type="pres">
      <dgm:prSet presAssocID="{F63CB08C-5566-4066-97A8-275EA7895446}" presName="node" presStyleLbl="node1" presStyleIdx="0" presStyleCnt="5">
        <dgm:presLayoutVars>
          <dgm:bulletEnabled val="1"/>
        </dgm:presLayoutVars>
      </dgm:prSet>
      <dgm:spPr/>
    </dgm:pt>
    <dgm:pt modelId="{37FF4143-8CC6-4A63-A28F-884436D739EA}" type="pres">
      <dgm:prSet presAssocID="{BC6A03C9-E0AB-4315-9DB0-C0BF31BC1499}" presName="sibTrans" presStyleCnt="0"/>
      <dgm:spPr/>
    </dgm:pt>
    <dgm:pt modelId="{4C652DE5-D75F-4865-B94A-138D7C1B3B11}" type="pres">
      <dgm:prSet presAssocID="{AD298F1A-0884-49A2-8529-CDA8AB3AE15D}" presName="node" presStyleLbl="node1" presStyleIdx="1" presStyleCnt="5">
        <dgm:presLayoutVars>
          <dgm:bulletEnabled val="1"/>
        </dgm:presLayoutVars>
      </dgm:prSet>
      <dgm:spPr/>
    </dgm:pt>
    <dgm:pt modelId="{8083710A-C712-40E2-A59A-FC522AAAD228}" type="pres">
      <dgm:prSet presAssocID="{0762639E-8494-4797-9F2F-4A4BCD3195C0}" presName="sibTrans" presStyleCnt="0"/>
      <dgm:spPr/>
    </dgm:pt>
    <dgm:pt modelId="{3606813D-1053-40F5-B732-46636CBE6AFC}" type="pres">
      <dgm:prSet presAssocID="{E6B7BB11-BD75-4487-9ED0-D497387092E4}" presName="node" presStyleLbl="node1" presStyleIdx="2" presStyleCnt="5">
        <dgm:presLayoutVars>
          <dgm:bulletEnabled val="1"/>
        </dgm:presLayoutVars>
      </dgm:prSet>
      <dgm:spPr/>
    </dgm:pt>
    <dgm:pt modelId="{FAADA326-2809-4183-A8F6-AF7655378461}" type="pres">
      <dgm:prSet presAssocID="{F0632FC2-DAB1-423F-B093-CF215B80C616}" presName="sibTrans" presStyleCnt="0"/>
      <dgm:spPr/>
    </dgm:pt>
    <dgm:pt modelId="{E04F3261-0081-4433-B67A-58441A26D39C}" type="pres">
      <dgm:prSet presAssocID="{96161486-21C8-4804-B4C9-F842F906F925}" presName="node" presStyleLbl="node1" presStyleIdx="3" presStyleCnt="5">
        <dgm:presLayoutVars>
          <dgm:bulletEnabled val="1"/>
        </dgm:presLayoutVars>
      </dgm:prSet>
      <dgm:spPr/>
    </dgm:pt>
    <dgm:pt modelId="{7AEA5DBE-153B-4B3F-AAB0-61158B033AA4}" type="pres">
      <dgm:prSet presAssocID="{F96955F8-33F0-4CA0-9E8F-81B2759CA30B}" presName="sibTrans" presStyleCnt="0"/>
      <dgm:spPr/>
    </dgm:pt>
    <dgm:pt modelId="{DEDCCCE5-BC70-42D3-BD82-85AA80ADBDB7}" type="pres">
      <dgm:prSet presAssocID="{FC2ED589-D2AA-4560-ADDC-1B109227E3F8}" presName="node" presStyleLbl="node1" presStyleIdx="4" presStyleCnt="5" custScaleX="435614">
        <dgm:presLayoutVars>
          <dgm:bulletEnabled val="1"/>
        </dgm:presLayoutVars>
      </dgm:prSet>
      <dgm:spPr/>
    </dgm:pt>
  </dgm:ptLst>
  <dgm:cxnLst>
    <dgm:cxn modelId="{94C0CF20-8830-45C5-9B9B-AC9C8F58D926}" type="presOf" srcId="{AD298F1A-0884-49A2-8529-CDA8AB3AE15D}" destId="{4C652DE5-D75F-4865-B94A-138D7C1B3B11}" srcOrd="0" destOrd="0" presId="urn:microsoft.com/office/officeart/2005/8/layout/default"/>
    <dgm:cxn modelId="{2824E025-BADE-4D8A-ABA4-14F6E4081553}" type="presOf" srcId="{12CEA227-5F07-45C9-AF04-99ED14D983B7}" destId="{9AEA0591-253C-49F1-8353-A0B9A9EEDF13}" srcOrd="0" destOrd="0" presId="urn:microsoft.com/office/officeart/2005/8/layout/default"/>
    <dgm:cxn modelId="{8AF08B2F-5CF0-475F-A3E3-04592F844820}" srcId="{12CEA227-5F07-45C9-AF04-99ED14D983B7}" destId="{F63CB08C-5566-4066-97A8-275EA7895446}" srcOrd="0" destOrd="0" parTransId="{1FA67E73-3445-4931-B095-C963B87E0CBD}" sibTransId="{BC6A03C9-E0AB-4315-9DB0-C0BF31BC1499}"/>
    <dgm:cxn modelId="{94582F38-C450-4F98-B9EA-831990FAB9AD}" type="presOf" srcId="{F63CB08C-5566-4066-97A8-275EA7895446}" destId="{7E27D4DD-D318-4F22-A6AE-2548746FCE72}" srcOrd="0" destOrd="0" presId="urn:microsoft.com/office/officeart/2005/8/layout/default"/>
    <dgm:cxn modelId="{9E336546-B9C3-4575-86F0-F5804B53E18C}" srcId="{12CEA227-5F07-45C9-AF04-99ED14D983B7}" destId="{E6B7BB11-BD75-4487-9ED0-D497387092E4}" srcOrd="2" destOrd="0" parTransId="{19BEE996-157E-4913-95AB-85CAD0023D03}" sibTransId="{F0632FC2-DAB1-423F-B093-CF215B80C616}"/>
    <dgm:cxn modelId="{1FAC1B6C-4208-4EF2-BAE2-4E4DDCBB43D0}" srcId="{12CEA227-5F07-45C9-AF04-99ED14D983B7}" destId="{96161486-21C8-4804-B4C9-F842F906F925}" srcOrd="3" destOrd="0" parTransId="{6C88925B-8A2D-48AA-B4C3-A53AB57F23AF}" sibTransId="{F96955F8-33F0-4CA0-9E8F-81B2759CA30B}"/>
    <dgm:cxn modelId="{19B2DA59-9301-41E9-85C7-F302BA8DE6D6}" srcId="{12CEA227-5F07-45C9-AF04-99ED14D983B7}" destId="{FC2ED589-D2AA-4560-ADDC-1B109227E3F8}" srcOrd="4" destOrd="0" parTransId="{166BFD69-8989-4F65-A03B-C09E468DF9B7}" sibTransId="{EF29C3C7-2ED3-4FAB-BB94-A7BF6E45C1ED}"/>
    <dgm:cxn modelId="{25C32A9A-DA34-4DEA-9E45-5350C0EE4770}" type="presOf" srcId="{FC2ED589-D2AA-4560-ADDC-1B109227E3F8}" destId="{DEDCCCE5-BC70-42D3-BD82-85AA80ADBDB7}" srcOrd="0" destOrd="0" presId="urn:microsoft.com/office/officeart/2005/8/layout/default"/>
    <dgm:cxn modelId="{FE1C7FBC-40F9-4CE8-856B-7CAA8A53BF59}" type="presOf" srcId="{96161486-21C8-4804-B4C9-F842F906F925}" destId="{E04F3261-0081-4433-B67A-58441A26D39C}" srcOrd="0" destOrd="0" presId="urn:microsoft.com/office/officeart/2005/8/layout/default"/>
    <dgm:cxn modelId="{30305CD8-981D-4B0F-AD38-CD015ED74129}" srcId="{12CEA227-5F07-45C9-AF04-99ED14D983B7}" destId="{AD298F1A-0884-49A2-8529-CDA8AB3AE15D}" srcOrd="1" destOrd="0" parTransId="{6C6FF2EE-9141-4FB1-922D-B71CBA2820A3}" sibTransId="{0762639E-8494-4797-9F2F-4A4BCD3195C0}"/>
    <dgm:cxn modelId="{DB2F5EDE-11D4-4F0A-9259-7E28829DB654}" type="presOf" srcId="{E6B7BB11-BD75-4487-9ED0-D497387092E4}" destId="{3606813D-1053-40F5-B732-46636CBE6AFC}" srcOrd="0" destOrd="0" presId="urn:microsoft.com/office/officeart/2005/8/layout/default"/>
    <dgm:cxn modelId="{0D265DB0-C18A-45D1-81AA-ABE71D14510F}" type="presParOf" srcId="{9AEA0591-253C-49F1-8353-A0B9A9EEDF13}" destId="{7E27D4DD-D318-4F22-A6AE-2548746FCE72}" srcOrd="0" destOrd="0" presId="urn:microsoft.com/office/officeart/2005/8/layout/default"/>
    <dgm:cxn modelId="{F6BC4211-DBD1-4B53-8E25-AF5303B08568}" type="presParOf" srcId="{9AEA0591-253C-49F1-8353-A0B9A9EEDF13}" destId="{37FF4143-8CC6-4A63-A28F-884436D739EA}" srcOrd="1" destOrd="0" presId="urn:microsoft.com/office/officeart/2005/8/layout/default"/>
    <dgm:cxn modelId="{1C1DC617-F2A4-4D09-99B8-800206ADC522}" type="presParOf" srcId="{9AEA0591-253C-49F1-8353-A0B9A9EEDF13}" destId="{4C652DE5-D75F-4865-B94A-138D7C1B3B11}" srcOrd="2" destOrd="0" presId="urn:microsoft.com/office/officeart/2005/8/layout/default"/>
    <dgm:cxn modelId="{CB93A5B8-DB83-492A-B4D7-9C64C6D27435}" type="presParOf" srcId="{9AEA0591-253C-49F1-8353-A0B9A9EEDF13}" destId="{8083710A-C712-40E2-A59A-FC522AAAD228}" srcOrd="3" destOrd="0" presId="urn:microsoft.com/office/officeart/2005/8/layout/default"/>
    <dgm:cxn modelId="{A0B60917-BCB9-4225-B64F-4EECEADA7C10}" type="presParOf" srcId="{9AEA0591-253C-49F1-8353-A0B9A9EEDF13}" destId="{3606813D-1053-40F5-B732-46636CBE6AFC}" srcOrd="4" destOrd="0" presId="urn:microsoft.com/office/officeart/2005/8/layout/default"/>
    <dgm:cxn modelId="{A69E2EEF-004B-494F-9964-B5CDA375508B}" type="presParOf" srcId="{9AEA0591-253C-49F1-8353-A0B9A9EEDF13}" destId="{FAADA326-2809-4183-A8F6-AF7655378461}" srcOrd="5" destOrd="0" presId="urn:microsoft.com/office/officeart/2005/8/layout/default"/>
    <dgm:cxn modelId="{363C6C54-1C80-43AD-95EE-DDFAD7D61399}" type="presParOf" srcId="{9AEA0591-253C-49F1-8353-A0B9A9EEDF13}" destId="{E04F3261-0081-4433-B67A-58441A26D39C}" srcOrd="6" destOrd="0" presId="urn:microsoft.com/office/officeart/2005/8/layout/default"/>
    <dgm:cxn modelId="{5F5CCB20-F848-47FD-9EF2-909E86F6BAB2}" type="presParOf" srcId="{9AEA0591-253C-49F1-8353-A0B9A9EEDF13}" destId="{7AEA5DBE-153B-4B3F-AAB0-61158B033AA4}" srcOrd="7" destOrd="0" presId="urn:microsoft.com/office/officeart/2005/8/layout/default"/>
    <dgm:cxn modelId="{ADA4FE23-0DD2-450F-A893-6EA0022D70EB}" type="presParOf" srcId="{9AEA0591-253C-49F1-8353-A0B9A9EEDF13}" destId="{DEDCCCE5-BC70-42D3-BD82-85AA80ADBDB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F9CF5A-5740-4377-9B99-E38934278A4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de-DE"/>
        </a:p>
      </dgm:t>
    </dgm:pt>
    <dgm:pt modelId="{35CE6642-85FC-41A2-BC9F-01E9AB4A5CD5}">
      <dgm:prSet phldrT="[Text]" phldr="0"/>
      <dgm:spPr/>
      <dgm:t>
        <a:bodyPr/>
        <a:lstStyle/>
        <a:p>
          <a:r>
            <a:rPr lang="de-DE" dirty="0"/>
            <a:t>Vorbereiten</a:t>
          </a:r>
        </a:p>
      </dgm:t>
    </dgm:pt>
    <dgm:pt modelId="{CE50ADA5-7B58-4C6B-9089-08B05D58DE76}" type="parTrans" cxnId="{574A3FE8-F07E-453F-B3AA-00C2011E79E0}">
      <dgm:prSet/>
      <dgm:spPr/>
      <dgm:t>
        <a:bodyPr/>
        <a:lstStyle/>
        <a:p>
          <a:endParaRPr lang="de-DE"/>
        </a:p>
      </dgm:t>
    </dgm:pt>
    <dgm:pt modelId="{E4AE4809-8CE3-4172-8765-102CF86F5B80}" type="sibTrans" cxnId="{574A3FE8-F07E-453F-B3AA-00C2011E79E0}">
      <dgm:prSet/>
      <dgm:spPr/>
      <dgm:t>
        <a:bodyPr/>
        <a:lstStyle/>
        <a:p>
          <a:endParaRPr lang="de-DE"/>
        </a:p>
      </dgm:t>
    </dgm:pt>
    <dgm:pt modelId="{D895DA1B-81C6-4EC6-951A-A47295980D36}">
      <dgm:prSet phldrT="[Text]" phldr="0"/>
      <dgm:spPr/>
      <dgm:t>
        <a:bodyPr/>
        <a:lstStyle/>
        <a:p>
          <a:r>
            <a:rPr lang="de-DE" dirty="0"/>
            <a:t>Visual Studio Code - Installieren (falls noch nicht)</a:t>
          </a:r>
        </a:p>
      </dgm:t>
    </dgm:pt>
    <dgm:pt modelId="{14DA06FF-FF9E-4982-86F9-2FFBF28F2375}" type="parTrans" cxnId="{2A01E96C-82C7-4B4D-9FFC-4FB413D7FBAE}">
      <dgm:prSet/>
      <dgm:spPr/>
      <dgm:t>
        <a:bodyPr/>
        <a:lstStyle/>
        <a:p>
          <a:endParaRPr lang="de-DE"/>
        </a:p>
      </dgm:t>
    </dgm:pt>
    <dgm:pt modelId="{3A1083FF-F0F4-4A65-B6B3-3304F89BEDAF}" type="sibTrans" cxnId="{2A01E96C-82C7-4B4D-9FFC-4FB413D7FBAE}">
      <dgm:prSet/>
      <dgm:spPr/>
      <dgm:t>
        <a:bodyPr/>
        <a:lstStyle/>
        <a:p>
          <a:endParaRPr lang="de-DE"/>
        </a:p>
      </dgm:t>
    </dgm:pt>
    <dgm:pt modelId="{436EBF17-D768-4C23-AE86-6CAAD27E357A}">
      <dgm:prSet phldrT="[Text]" phldr="0"/>
      <dgm:spPr/>
      <dgm:t>
        <a:bodyPr/>
        <a:lstStyle/>
        <a:p>
          <a:r>
            <a:rPr lang="de-DE" dirty="0"/>
            <a:t>Starten</a:t>
          </a:r>
        </a:p>
      </dgm:t>
    </dgm:pt>
    <dgm:pt modelId="{4C385580-D358-43C5-912C-6BF56E279770}" type="parTrans" cxnId="{DA5C7275-7772-481E-BB3A-22A9F2FFC820}">
      <dgm:prSet/>
      <dgm:spPr/>
      <dgm:t>
        <a:bodyPr/>
        <a:lstStyle/>
        <a:p>
          <a:endParaRPr lang="de-DE"/>
        </a:p>
      </dgm:t>
    </dgm:pt>
    <dgm:pt modelId="{17A5A6F2-C197-4F76-B110-A9952224A8B7}" type="sibTrans" cxnId="{DA5C7275-7772-481E-BB3A-22A9F2FFC820}">
      <dgm:prSet/>
      <dgm:spPr/>
      <dgm:t>
        <a:bodyPr/>
        <a:lstStyle/>
        <a:p>
          <a:endParaRPr lang="de-DE"/>
        </a:p>
      </dgm:t>
    </dgm:pt>
    <dgm:pt modelId="{9EED7F90-8228-4D8B-829E-11C18F267763}">
      <dgm:prSet phldrT="[Text]" phldr="0"/>
      <dgm:spPr/>
      <dgm:t>
        <a:bodyPr/>
        <a:lstStyle/>
        <a:p>
          <a:r>
            <a:rPr lang="de-DE" dirty="0"/>
            <a:t>Projekt</a:t>
          </a:r>
        </a:p>
      </dgm:t>
    </dgm:pt>
    <dgm:pt modelId="{F4122D8D-FB5A-4DC7-9075-56E8B83CDDEE}" type="parTrans" cxnId="{F12CFF60-7B41-45C0-8495-87E3DE7F2428}">
      <dgm:prSet/>
      <dgm:spPr/>
      <dgm:t>
        <a:bodyPr/>
        <a:lstStyle/>
        <a:p>
          <a:endParaRPr lang="de-DE"/>
        </a:p>
      </dgm:t>
    </dgm:pt>
    <dgm:pt modelId="{5C62D147-FD54-4E37-B7FC-A6ADF7448E56}" type="sibTrans" cxnId="{F12CFF60-7B41-45C0-8495-87E3DE7F2428}">
      <dgm:prSet/>
      <dgm:spPr/>
      <dgm:t>
        <a:bodyPr/>
        <a:lstStyle/>
        <a:p>
          <a:endParaRPr lang="de-DE"/>
        </a:p>
      </dgm:t>
    </dgm:pt>
    <dgm:pt modelId="{9EBDDEE1-1F0B-4C52-A7AE-7E8E8A923514}">
      <dgm:prSet phldrT="[Text]" phldr="0"/>
      <dgm:spPr/>
      <dgm:t>
        <a:bodyPr/>
        <a:lstStyle/>
        <a:p>
          <a:r>
            <a:rPr lang="de-DE" dirty="0"/>
            <a:t>File </a:t>
          </a:r>
          <a:r>
            <a:rPr lang="de-DE" dirty="0">
              <a:sym typeface="Wingdings" panose="05000000000000000000" pitchFamily="2" charset="2"/>
            </a:rPr>
            <a:t> Open Folder</a:t>
          </a:r>
          <a:endParaRPr lang="de-DE" dirty="0"/>
        </a:p>
      </dgm:t>
    </dgm:pt>
    <dgm:pt modelId="{E8D30E04-7A05-4F31-B505-CDCD6D3D9A80}" type="parTrans" cxnId="{D7CE40C0-F0E9-428A-8056-52468A4F8DE4}">
      <dgm:prSet/>
      <dgm:spPr/>
      <dgm:t>
        <a:bodyPr/>
        <a:lstStyle/>
        <a:p>
          <a:endParaRPr lang="de-DE"/>
        </a:p>
      </dgm:t>
    </dgm:pt>
    <dgm:pt modelId="{E8A1C572-B117-4E10-850F-7CC0AE0F285C}" type="sibTrans" cxnId="{D7CE40C0-F0E9-428A-8056-52468A4F8DE4}">
      <dgm:prSet/>
      <dgm:spPr/>
      <dgm:t>
        <a:bodyPr/>
        <a:lstStyle/>
        <a:p>
          <a:endParaRPr lang="de-DE"/>
        </a:p>
      </dgm:t>
    </dgm:pt>
    <dgm:pt modelId="{201FE7E7-A9CA-47C1-B4B7-2E86E0031236}">
      <dgm:prSet phldrT="[Text]" phldr="0"/>
      <dgm:spPr/>
      <dgm:t>
        <a:bodyPr/>
        <a:lstStyle/>
        <a:p>
          <a:r>
            <a:rPr lang="de-DE" dirty="0"/>
            <a:t>Neuen Ordner anlegen: </a:t>
          </a:r>
          <a:r>
            <a:rPr lang="de-DE" dirty="0" err="1"/>
            <a:t>ComputerElektronik</a:t>
          </a:r>
          <a:r>
            <a:rPr lang="de-DE" dirty="0"/>
            <a:t>/Tag1</a:t>
          </a:r>
        </a:p>
      </dgm:t>
    </dgm:pt>
    <dgm:pt modelId="{AEA07A1D-1FAD-4E50-8AD2-2E1EE4B3987C}" type="parTrans" cxnId="{10773D5E-F57D-4A7D-A254-526089DC59F1}">
      <dgm:prSet/>
      <dgm:spPr/>
      <dgm:t>
        <a:bodyPr/>
        <a:lstStyle/>
        <a:p>
          <a:endParaRPr lang="de-DE"/>
        </a:p>
      </dgm:t>
    </dgm:pt>
    <dgm:pt modelId="{F1529F97-390C-420A-A37D-577E89D3CF32}" type="sibTrans" cxnId="{10773D5E-F57D-4A7D-A254-526089DC59F1}">
      <dgm:prSet/>
      <dgm:spPr/>
      <dgm:t>
        <a:bodyPr/>
        <a:lstStyle/>
        <a:p>
          <a:endParaRPr lang="de-DE"/>
        </a:p>
      </dgm:t>
    </dgm:pt>
    <dgm:pt modelId="{41FDECA7-5BA1-4617-A6C5-6FEC579D05A1}">
      <dgm:prSet phldrT="[Text]" phldr="0"/>
      <dgm:spPr/>
      <dgm:t>
        <a:bodyPr/>
        <a:lstStyle/>
        <a:p>
          <a:r>
            <a:rPr lang="de-DE" dirty="0"/>
            <a:t>Datei</a:t>
          </a:r>
        </a:p>
      </dgm:t>
    </dgm:pt>
    <dgm:pt modelId="{1E495BFD-0097-427C-BEAA-78210E982C53}" type="parTrans" cxnId="{D4E0BFF9-159B-4753-A82A-4AEAAEFB7A08}">
      <dgm:prSet/>
      <dgm:spPr/>
      <dgm:t>
        <a:bodyPr/>
        <a:lstStyle/>
        <a:p>
          <a:endParaRPr lang="de-DE"/>
        </a:p>
      </dgm:t>
    </dgm:pt>
    <dgm:pt modelId="{B9402460-B012-4807-81A7-992E36A0C6AE}" type="sibTrans" cxnId="{D4E0BFF9-159B-4753-A82A-4AEAAEFB7A08}">
      <dgm:prSet/>
      <dgm:spPr/>
      <dgm:t>
        <a:bodyPr/>
        <a:lstStyle/>
        <a:p>
          <a:endParaRPr lang="de-DE"/>
        </a:p>
      </dgm:t>
    </dgm:pt>
    <dgm:pt modelId="{C47CC206-D547-4405-8132-7B989E06F005}">
      <dgm:prSet phldrT="[Text]" phldr="0"/>
      <dgm:spPr/>
      <dgm:t>
        <a:bodyPr/>
        <a:lstStyle/>
        <a:p>
          <a:r>
            <a:rPr lang="de-DE" dirty="0"/>
            <a:t>Neue Datei hinzufügen: start.py</a:t>
          </a:r>
        </a:p>
      </dgm:t>
    </dgm:pt>
    <dgm:pt modelId="{1A3E52A8-265B-468F-AE4F-3A356C713426}" type="parTrans" cxnId="{A4FB1F00-6F11-4ABD-BB0C-CCB04A36826E}">
      <dgm:prSet/>
      <dgm:spPr/>
      <dgm:t>
        <a:bodyPr/>
        <a:lstStyle/>
        <a:p>
          <a:endParaRPr lang="de-DE"/>
        </a:p>
      </dgm:t>
    </dgm:pt>
    <dgm:pt modelId="{4C6D6BD5-FC60-477A-8BF8-C224DDC51BCB}" type="sibTrans" cxnId="{A4FB1F00-6F11-4ABD-BB0C-CCB04A36826E}">
      <dgm:prSet/>
      <dgm:spPr/>
      <dgm:t>
        <a:bodyPr/>
        <a:lstStyle/>
        <a:p>
          <a:endParaRPr lang="de-DE"/>
        </a:p>
      </dgm:t>
    </dgm:pt>
    <dgm:pt modelId="{BBB45459-0F30-4373-820B-B47FDEE7190C}">
      <dgm:prSet phldrT="[Text]" phldr="0"/>
      <dgm:spPr/>
      <dgm:t>
        <a:bodyPr/>
        <a:lstStyle/>
        <a:p>
          <a:r>
            <a:rPr lang="de-DE" dirty="0"/>
            <a:t>Extension installieren: Python</a:t>
          </a:r>
        </a:p>
      </dgm:t>
    </dgm:pt>
    <dgm:pt modelId="{73B88C8C-B36E-458F-AFA6-DBEF0A4EFFB6}" type="parTrans" cxnId="{FBDCCE99-8E1C-4A77-810B-9AC49AD40DE7}">
      <dgm:prSet/>
      <dgm:spPr/>
      <dgm:t>
        <a:bodyPr/>
        <a:lstStyle/>
        <a:p>
          <a:endParaRPr lang="de-DE"/>
        </a:p>
      </dgm:t>
    </dgm:pt>
    <dgm:pt modelId="{78EDFC29-4576-4A3A-9A94-C3353F10CA17}" type="sibTrans" cxnId="{FBDCCE99-8E1C-4A77-810B-9AC49AD40DE7}">
      <dgm:prSet/>
      <dgm:spPr/>
      <dgm:t>
        <a:bodyPr/>
        <a:lstStyle/>
        <a:p>
          <a:endParaRPr lang="de-DE"/>
        </a:p>
      </dgm:t>
    </dgm:pt>
    <dgm:pt modelId="{0A30B5FF-B1BC-44B0-91EF-B75AB9A75830}">
      <dgm:prSet phldrT="[Text]" phldr="0"/>
      <dgm:spPr/>
      <dgm:t>
        <a:bodyPr/>
        <a:lstStyle/>
        <a:p>
          <a:r>
            <a:rPr lang="de-DE" dirty="0"/>
            <a:t>Text schreiben: </a:t>
          </a:r>
          <a:r>
            <a:rPr lang="de-DE" dirty="0" err="1"/>
            <a:t>print</a:t>
          </a:r>
          <a:r>
            <a:rPr lang="de-DE" dirty="0"/>
            <a:t>(„Hallo Welt“)</a:t>
          </a:r>
        </a:p>
      </dgm:t>
    </dgm:pt>
    <dgm:pt modelId="{A94ABFCE-1E9D-4A6E-9D77-87C83E0113F8}" type="parTrans" cxnId="{FD9F48CD-FEE1-4A58-A1BA-733BF071EFD5}">
      <dgm:prSet/>
      <dgm:spPr/>
      <dgm:t>
        <a:bodyPr/>
        <a:lstStyle/>
        <a:p>
          <a:endParaRPr lang="de-DE"/>
        </a:p>
      </dgm:t>
    </dgm:pt>
    <dgm:pt modelId="{797FD384-34EB-44B3-9D06-8E92C4755825}" type="sibTrans" cxnId="{FD9F48CD-FEE1-4A58-A1BA-733BF071EFD5}">
      <dgm:prSet/>
      <dgm:spPr/>
      <dgm:t>
        <a:bodyPr/>
        <a:lstStyle/>
        <a:p>
          <a:endParaRPr lang="de-DE"/>
        </a:p>
      </dgm:t>
    </dgm:pt>
    <dgm:pt modelId="{12F7035A-5865-4165-8388-C7D6879103A8}">
      <dgm:prSet phldrT="[Text]" phldr="0"/>
      <dgm:spPr/>
      <dgm:t>
        <a:bodyPr/>
        <a:lstStyle/>
        <a:p>
          <a:r>
            <a:rPr lang="de-DE"/>
            <a:t>Ausführen RUN</a:t>
          </a:r>
          <a:endParaRPr lang="de-DE" dirty="0"/>
        </a:p>
      </dgm:t>
    </dgm:pt>
    <dgm:pt modelId="{D7125B79-9562-4B73-B0F5-2638BB596B3F}" type="parTrans" cxnId="{D3F8A174-D811-4F0F-A69B-300B4E324D58}">
      <dgm:prSet/>
      <dgm:spPr/>
      <dgm:t>
        <a:bodyPr/>
        <a:lstStyle/>
        <a:p>
          <a:endParaRPr lang="de-DE"/>
        </a:p>
      </dgm:t>
    </dgm:pt>
    <dgm:pt modelId="{44E61A1D-02A2-4E48-9BED-5A5CA721A206}" type="sibTrans" cxnId="{D3F8A174-D811-4F0F-A69B-300B4E324D58}">
      <dgm:prSet/>
      <dgm:spPr/>
      <dgm:t>
        <a:bodyPr/>
        <a:lstStyle/>
        <a:p>
          <a:endParaRPr lang="de-DE"/>
        </a:p>
      </dgm:t>
    </dgm:pt>
    <dgm:pt modelId="{040D4240-9C27-42DB-BF7C-1994B7FA9707}" type="pres">
      <dgm:prSet presAssocID="{B0F9CF5A-5740-4377-9B99-E38934278A44}" presName="linearFlow" presStyleCnt="0">
        <dgm:presLayoutVars>
          <dgm:dir/>
          <dgm:animLvl val="lvl"/>
          <dgm:resizeHandles val="exact"/>
        </dgm:presLayoutVars>
      </dgm:prSet>
      <dgm:spPr/>
    </dgm:pt>
    <dgm:pt modelId="{F2177AB6-D8DE-4096-94CB-700D75B8BFE7}" type="pres">
      <dgm:prSet presAssocID="{35CE6642-85FC-41A2-BC9F-01E9AB4A5CD5}" presName="composite" presStyleCnt="0"/>
      <dgm:spPr/>
    </dgm:pt>
    <dgm:pt modelId="{0CA0F173-AE38-45E6-B54B-F5DF0EC12F7C}" type="pres">
      <dgm:prSet presAssocID="{35CE6642-85FC-41A2-BC9F-01E9AB4A5CD5}" presName="parentText" presStyleLbl="alignNode1" presStyleIdx="0" presStyleCnt="3">
        <dgm:presLayoutVars>
          <dgm:chMax val="1"/>
          <dgm:bulletEnabled val="1"/>
        </dgm:presLayoutVars>
      </dgm:prSet>
      <dgm:spPr/>
    </dgm:pt>
    <dgm:pt modelId="{E99DE124-6C56-4799-BFD5-9504F21EACAB}" type="pres">
      <dgm:prSet presAssocID="{35CE6642-85FC-41A2-BC9F-01E9AB4A5CD5}" presName="descendantText" presStyleLbl="alignAcc1" presStyleIdx="0" presStyleCnt="3">
        <dgm:presLayoutVars>
          <dgm:bulletEnabled val="1"/>
        </dgm:presLayoutVars>
      </dgm:prSet>
      <dgm:spPr/>
    </dgm:pt>
    <dgm:pt modelId="{766D24D1-6BD1-4AEB-B6BF-F157193C14B0}" type="pres">
      <dgm:prSet presAssocID="{E4AE4809-8CE3-4172-8765-102CF86F5B80}" presName="sp" presStyleCnt="0"/>
      <dgm:spPr/>
    </dgm:pt>
    <dgm:pt modelId="{CC7A461A-E476-49F9-92F3-3809087BEA41}" type="pres">
      <dgm:prSet presAssocID="{9EED7F90-8228-4D8B-829E-11C18F267763}" presName="composite" presStyleCnt="0"/>
      <dgm:spPr/>
    </dgm:pt>
    <dgm:pt modelId="{C728C5A7-75D1-4726-97B7-5FEB259B23FD}" type="pres">
      <dgm:prSet presAssocID="{9EED7F90-8228-4D8B-829E-11C18F267763}" presName="parentText" presStyleLbl="alignNode1" presStyleIdx="1" presStyleCnt="3">
        <dgm:presLayoutVars>
          <dgm:chMax val="1"/>
          <dgm:bulletEnabled val="1"/>
        </dgm:presLayoutVars>
      </dgm:prSet>
      <dgm:spPr/>
    </dgm:pt>
    <dgm:pt modelId="{87C19874-390D-4978-AAEC-373E8999751B}" type="pres">
      <dgm:prSet presAssocID="{9EED7F90-8228-4D8B-829E-11C18F267763}" presName="descendantText" presStyleLbl="alignAcc1" presStyleIdx="1" presStyleCnt="3">
        <dgm:presLayoutVars>
          <dgm:bulletEnabled val="1"/>
        </dgm:presLayoutVars>
      </dgm:prSet>
      <dgm:spPr/>
    </dgm:pt>
    <dgm:pt modelId="{735987A9-6E4C-40AC-AFA5-6A742F201D81}" type="pres">
      <dgm:prSet presAssocID="{5C62D147-FD54-4E37-B7FC-A6ADF7448E56}" presName="sp" presStyleCnt="0"/>
      <dgm:spPr/>
    </dgm:pt>
    <dgm:pt modelId="{3D4C42F9-5A37-4741-8F56-CC0E642A3407}" type="pres">
      <dgm:prSet presAssocID="{41FDECA7-5BA1-4617-A6C5-6FEC579D05A1}" presName="composite" presStyleCnt="0"/>
      <dgm:spPr/>
    </dgm:pt>
    <dgm:pt modelId="{82B073F7-0177-40D3-A6CA-ADA84A6EACF5}" type="pres">
      <dgm:prSet presAssocID="{41FDECA7-5BA1-4617-A6C5-6FEC579D05A1}" presName="parentText" presStyleLbl="alignNode1" presStyleIdx="2" presStyleCnt="3">
        <dgm:presLayoutVars>
          <dgm:chMax val="1"/>
          <dgm:bulletEnabled val="1"/>
        </dgm:presLayoutVars>
      </dgm:prSet>
      <dgm:spPr/>
    </dgm:pt>
    <dgm:pt modelId="{89CF1470-65D7-4634-A220-B6A3F9E5F961}" type="pres">
      <dgm:prSet presAssocID="{41FDECA7-5BA1-4617-A6C5-6FEC579D05A1}" presName="descendantText" presStyleLbl="alignAcc1" presStyleIdx="2" presStyleCnt="3">
        <dgm:presLayoutVars>
          <dgm:bulletEnabled val="1"/>
        </dgm:presLayoutVars>
      </dgm:prSet>
      <dgm:spPr/>
    </dgm:pt>
  </dgm:ptLst>
  <dgm:cxnLst>
    <dgm:cxn modelId="{A4FB1F00-6F11-4ABD-BB0C-CCB04A36826E}" srcId="{41FDECA7-5BA1-4617-A6C5-6FEC579D05A1}" destId="{C47CC206-D547-4405-8132-7B989E06F005}" srcOrd="0" destOrd="0" parTransId="{1A3E52A8-265B-468F-AE4F-3A356C713426}" sibTransId="{4C6D6BD5-FC60-477A-8BF8-C224DDC51BCB}"/>
    <dgm:cxn modelId="{1F4DC60B-E28C-441B-9B56-311A581A3D2F}" type="presOf" srcId="{12F7035A-5865-4165-8388-C7D6879103A8}" destId="{89CF1470-65D7-4634-A220-B6A3F9E5F961}" srcOrd="0" destOrd="2" presId="urn:microsoft.com/office/officeart/2005/8/layout/chevron2"/>
    <dgm:cxn modelId="{9A123B17-5C4A-4703-822F-6C5A2F9C6CCC}" type="presOf" srcId="{9EBDDEE1-1F0B-4C52-A7AE-7E8E8A923514}" destId="{87C19874-390D-4978-AAEC-373E8999751B}" srcOrd="0" destOrd="0" presId="urn:microsoft.com/office/officeart/2005/8/layout/chevron2"/>
    <dgm:cxn modelId="{EC64E324-C57A-4EF6-B070-C1A6508E4138}" type="presOf" srcId="{B0F9CF5A-5740-4377-9B99-E38934278A44}" destId="{040D4240-9C27-42DB-BF7C-1994B7FA9707}" srcOrd="0" destOrd="0" presId="urn:microsoft.com/office/officeart/2005/8/layout/chevron2"/>
    <dgm:cxn modelId="{4DEA002C-7419-40C8-BF21-87402251C32B}" type="presOf" srcId="{201FE7E7-A9CA-47C1-B4B7-2E86E0031236}" destId="{87C19874-390D-4978-AAEC-373E8999751B}" srcOrd="0" destOrd="1" presId="urn:microsoft.com/office/officeart/2005/8/layout/chevron2"/>
    <dgm:cxn modelId="{6B7FEB40-16E7-4D1F-A9F5-4FF4912C2F75}" type="presOf" srcId="{436EBF17-D768-4C23-AE86-6CAAD27E357A}" destId="{E99DE124-6C56-4799-BFD5-9504F21EACAB}" srcOrd="0" destOrd="1" presId="urn:microsoft.com/office/officeart/2005/8/layout/chevron2"/>
    <dgm:cxn modelId="{10773D5E-F57D-4A7D-A254-526089DC59F1}" srcId="{9EED7F90-8228-4D8B-829E-11C18F267763}" destId="{201FE7E7-A9CA-47C1-B4B7-2E86E0031236}" srcOrd="1" destOrd="0" parTransId="{AEA07A1D-1FAD-4E50-8AD2-2E1EE4B3987C}" sibTransId="{F1529F97-390C-420A-A37D-577E89D3CF32}"/>
    <dgm:cxn modelId="{F12CFF60-7B41-45C0-8495-87E3DE7F2428}" srcId="{B0F9CF5A-5740-4377-9B99-E38934278A44}" destId="{9EED7F90-8228-4D8B-829E-11C18F267763}" srcOrd="1" destOrd="0" parTransId="{F4122D8D-FB5A-4DC7-9075-56E8B83CDDEE}" sibTransId="{5C62D147-FD54-4E37-B7FC-A6ADF7448E56}"/>
    <dgm:cxn modelId="{2A01E96C-82C7-4B4D-9FFC-4FB413D7FBAE}" srcId="{35CE6642-85FC-41A2-BC9F-01E9AB4A5CD5}" destId="{D895DA1B-81C6-4EC6-951A-A47295980D36}" srcOrd="0" destOrd="0" parTransId="{14DA06FF-FF9E-4982-86F9-2FFBF28F2375}" sibTransId="{3A1083FF-F0F4-4A65-B6B3-3304F89BEDAF}"/>
    <dgm:cxn modelId="{D3F8A174-D811-4F0F-A69B-300B4E324D58}" srcId="{41FDECA7-5BA1-4617-A6C5-6FEC579D05A1}" destId="{12F7035A-5865-4165-8388-C7D6879103A8}" srcOrd="2" destOrd="0" parTransId="{D7125B79-9562-4B73-B0F5-2638BB596B3F}" sibTransId="{44E61A1D-02A2-4E48-9BED-5A5CA721A206}"/>
    <dgm:cxn modelId="{DA5C7275-7772-481E-BB3A-22A9F2FFC820}" srcId="{35CE6642-85FC-41A2-BC9F-01E9AB4A5CD5}" destId="{436EBF17-D768-4C23-AE86-6CAAD27E357A}" srcOrd="1" destOrd="0" parTransId="{4C385580-D358-43C5-912C-6BF56E279770}" sibTransId="{17A5A6F2-C197-4F76-B110-A9952224A8B7}"/>
    <dgm:cxn modelId="{BFEB0659-6FF9-4733-8252-ABAA8B316906}" type="presOf" srcId="{35CE6642-85FC-41A2-BC9F-01E9AB4A5CD5}" destId="{0CA0F173-AE38-45E6-B54B-F5DF0EC12F7C}" srcOrd="0" destOrd="0" presId="urn:microsoft.com/office/officeart/2005/8/layout/chevron2"/>
    <dgm:cxn modelId="{F058288B-4AC6-4830-BF8C-454638C3C543}" type="presOf" srcId="{9EED7F90-8228-4D8B-829E-11C18F267763}" destId="{C728C5A7-75D1-4726-97B7-5FEB259B23FD}" srcOrd="0" destOrd="0" presId="urn:microsoft.com/office/officeart/2005/8/layout/chevron2"/>
    <dgm:cxn modelId="{FBDCCE99-8E1C-4A77-810B-9AC49AD40DE7}" srcId="{35CE6642-85FC-41A2-BC9F-01E9AB4A5CD5}" destId="{BBB45459-0F30-4373-820B-B47FDEE7190C}" srcOrd="2" destOrd="0" parTransId="{73B88C8C-B36E-458F-AFA6-DBEF0A4EFFB6}" sibTransId="{78EDFC29-4576-4A3A-9A94-C3353F10CA17}"/>
    <dgm:cxn modelId="{530562A6-CC9F-4B1A-B0B1-D7CAA9AE4912}" type="presOf" srcId="{0A30B5FF-B1BC-44B0-91EF-B75AB9A75830}" destId="{89CF1470-65D7-4634-A220-B6A3F9E5F961}" srcOrd="0" destOrd="1" presId="urn:microsoft.com/office/officeart/2005/8/layout/chevron2"/>
    <dgm:cxn modelId="{D7CE40C0-F0E9-428A-8056-52468A4F8DE4}" srcId="{9EED7F90-8228-4D8B-829E-11C18F267763}" destId="{9EBDDEE1-1F0B-4C52-A7AE-7E8E8A923514}" srcOrd="0" destOrd="0" parTransId="{E8D30E04-7A05-4F31-B505-CDCD6D3D9A80}" sibTransId="{E8A1C572-B117-4E10-850F-7CC0AE0F285C}"/>
    <dgm:cxn modelId="{88801FC5-2FD7-4E2F-A376-7A94C5E5595B}" type="presOf" srcId="{C47CC206-D547-4405-8132-7B989E06F005}" destId="{89CF1470-65D7-4634-A220-B6A3F9E5F961}" srcOrd="0" destOrd="0" presId="urn:microsoft.com/office/officeart/2005/8/layout/chevron2"/>
    <dgm:cxn modelId="{FD9F48CD-FEE1-4A58-A1BA-733BF071EFD5}" srcId="{41FDECA7-5BA1-4617-A6C5-6FEC579D05A1}" destId="{0A30B5FF-B1BC-44B0-91EF-B75AB9A75830}" srcOrd="1" destOrd="0" parTransId="{A94ABFCE-1E9D-4A6E-9D77-87C83E0113F8}" sibTransId="{797FD384-34EB-44B3-9D06-8E92C4755825}"/>
    <dgm:cxn modelId="{574A3FE8-F07E-453F-B3AA-00C2011E79E0}" srcId="{B0F9CF5A-5740-4377-9B99-E38934278A44}" destId="{35CE6642-85FC-41A2-BC9F-01E9AB4A5CD5}" srcOrd="0" destOrd="0" parTransId="{CE50ADA5-7B58-4C6B-9089-08B05D58DE76}" sibTransId="{E4AE4809-8CE3-4172-8765-102CF86F5B80}"/>
    <dgm:cxn modelId="{433C26E9-EEA2-4FF2-A947-6CE22BF74F5F}" type="presOf" srcId="{BBB45459-0F30-4373-820B-B47FDEE7190C}" destId="{E99DE124-6C56-4799-BFD5-9504F21EACAB}" srcOrd="0" destOrd="2" presId="urn:microsoft.com/office/officeart/2005/8/layout/chevron2"/>
    <dgm:cxn modelId="{E41984F7-6405-4678-931F-2054F9C9C7A5}" type="presOf" srcId="{D895DA1B-81C6-4EC6-951A-A47295980D36}" destId="{E99DE124-6C56-4799-BFD5-9504F21EACAB}" srcOrd="0" destOrd="0" presId="urn:microsoft.com/office/officeart/2005/8/layout/chevron2"/>
    <dgm:cxn modelId="{D4E0BFF9-159B-4753-A82A-4AEAAEFB7A08}" srcId="{B0F9CF5A-5740-4377-9B99-E38934278A44}" destId="{41FDECA7-5BA1-4617-A6C5-6FEC579D05A1}" srcOrd="2" destOrd="0" parTransId="{1E495BFD-0097-427C-BEAA-78210E982C53}" sibTransId="{B9402460-B012-4807-81A7-992E36A0C6AE}"/>
    <dgm:cxn modelId="{961D78FB-FEBF-466E-ADAB-E1367DC8A550}" type="presOf" srcId="{41FDECA7-5BA1-4617-A6C5-6FEC579D05A1}" destId="{82B073F7-0177-40D3-A6CA-ADA84A6EACF5}" srcOrd="0" destOrd="0" presId="urn:microsoft.com/office/officeart/2005/8/layout/chevron2"/>
    <dgm:cxn modelId="{1C363E3C-98DF-4F9D-BD18-FC7E9899B87E}" type="presParOf" srcId="{040D4240-9C27-42DB-BF7C-1994B7FA9707}" destId="{F2177AB6-D8DE-4096-94CB-700D75B8BFE7}" srcOrd="0" destOrd="0" presId="urn:microsoft.com/office/officeart/2005/8/layout/chevron2"/>
    <dgm:cxn modelId="{C9CABCA9-AE1B-495E-ABD5-F27A7DB27379}" type="presParOf" srcId="{F2177AB6-D8DE-4096-94CB-700D75B8BFE7}" destId="{0CA0F173-AE38-45E6-B54B-F5DF0EC12F7C}" srcOrd="0" destOrd="0" presId="urn:microsoft.com/office/officeart/2005/8/layout/chevron2"/>
    <dgm:cxn modelId="{B3258780-65E5-4ACE-8E9B-00B6ED2E6753}" type="presParOf" srcId="{F2177AB6-D8DE-4096-94CB-700D75B8BFE7}" destId="{E99DE124-6C56-4799-BFD5-9504F21EACAB}" srcOrd="1" destOrd="0" presId="urn:microsoft.com/office/officeart/2005/8/layout/chevron2"/>
    <dgm:cxn modelId="{B8F1641E-012D-4554-8E91-E4AEA1DF8691}" type="presParOf" srcId="{040D4240-9C27-42DB-BF7C-1994B7FA9707}" destId="{766D24D1-6BD1-4AEB-B6BF-F157193C14B0}" srcOrd="1" destOrd="0" presId="urn:microsoft.com/office/officeart/2005/8/layout/chevron2"/>
    <dgm:cxn modelId="{38FB10D3-8EAA-4B37-86CF-93C5D6172AE4}" type="presParOf" srcId="{040D4240-9C27-42DB-BF7C-1994B7FA9707}" destId="{CC7A461A-E476-49F9-92F3-3809087BEA41}" srcOrd="2" destOrd="0" presId="urn:microsoft.com/office/officeart/2005/8/layout/chevron2"/>
    <dgm:cxn modelId="{DBF08DD0-B126-4D12-BEA5-113C925C7FBE}" type="presParOf" srcId="{CC7A461A-E476-49F9-92F3-3809087BEA41}" destId="{C728C5A7-75D1-4726-97B7-5FEB259B23FD}" srcOrd="0" destOrd="0" presId="urn:microsoft.com/office/officeart/2005/8/layout/chevron2"/>
    <dgm:cxn modelId="{46189ACD-D580-431A-92F2-3F9A88BBD645}" type="presParOf" srcId="{CC7A461A-E476-49F9-92F3-3809087BEA41}" destId="{87C19874-390D-4978-AAEC-373E8999751B}" srcOrd="1" destOrd="0" presId="urn:microsoft.com/office/officeart/2005/8/layout/chevron2"/>
    <dgm:cxn modelId="{6B754C35-039C-4C5E-B65F-3A314F8FF5F2}" type="presParOf" srcId="{040D4240-9C27-42DB-BF7C-1994B7FA9707}" destId="{735987A9-6E4C-40AC-AFA5-6A742F201D81}" srcOrd="3" destOrd="0" presId="urn:microsoft.com/office/officeart/2005/8/layout/chevron2"/>
    <dgm:cxn modelId="{31FD2543-5720-4D07-81F7-30D01669F2B3}" type="presParOf" srcId="{040D4240-9C27-42DB-BF7C-1994B7FA9707}" destId="{3D4C42F9-5A37-4741-8F56-CC0E642A3407}" srcOrd="4" destOrd="0" presId="urn:microsoft.com/office/officeart/2005/8/layout/chevron2"/>
    <dgm:cxn modelId="{80B34EEB-0498-43EF-A8BC-53622F5E0575}" type="presParOf" srcId="{3D4C42F9-5A37-4741-8F56-CC0E642A3407}" destId="{82B073F7-0177-40D3-A6CA-ADA84A6EACF5}" srcOrd="0" destOrd="0" presId="urn:microsoft.com/office/officeart/2005/8/layout/chevron2"/>
    <dgm:cxn modelId="{466EB235-4DF0-4AF0-8EF2-83BC74F9F969}" type="presParOf" srcId="{3D4C42F9-5A37-4741-8F56-CC0E642A3407}" destId="{89CF1470-65D7-4634-A220-B6A3F9E5F96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2EF74E-32CA-4B03-B8D4-7A70B475A2F3}">
      <dsp:nvSpPr>
        <dsp:cNvPr id="0" name=""/>
        <dsp:cNvSpPr/>
      </dsp:nvSpPr>
      <dsp:spPr>
        <a:xfrm rot="5400000">
          <a:off x="-258280" y="260641"/>
          <a:ext cx="1721868" cy="1205307"/>
        </a:xfrm>
        <a:prstGeom prst="chevron">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DE" sz="1700" kern="1200" dirty="0"/>
            <a:t>Start</a:t>
          </a:r>
        </a:p>
      </dsp:txBody>
      <dsp:txXfrm rot="-5400000">
        <a:off x="1" y="605015"/>
        <a:ext cx="1205307" cy="516561"/>
      </dsp:txXfrm>
    </dsp:sp>
    <dsp:sp modelId="{2100AD91-1E0A-433B-8669-2339BB914098}">
      <dsp:nvSpPr>
        <dsp:cNvPr id="0" name=""/>
        <dsp:cNvSpPr/>
      </dsp:nvSpPr>
      <dsp:spPr>
        <a:xfrm rot="5400000">
          <a:off x="5540948" y="-4333279"/>
          <a:ext cx="1119214" cy="9790496"/>
        </a:xfrm>
        <a:prstGeom prst="round2Same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de-DE" sz="3100" kern="1200" dirty="0"/>
            <a:t>Thema vorstellen</a:t>
          </a:r>
        </a:p>
        <a:p>
          <a:pPr marL="285750" lvl="1" indent="-285750" algn="l" defTabSz="1377950">
            <a:lnSpc>
              <a:spcPct val="90000"/>
            </a:lnSpc>
            <a:spcBef>
              <a:spcPct val="0"/>
            </a:spcBef>
            <a:spcAft>
              <a:spcPct val="15000"/>
            </a:spcAft>
            <a:buChar char="•"/>
          </a:pPr>
          <a:r>
            <a:rPr lang="de-DE" sz="3100" kern="1200" dirty="0"/>
            <a:t>Kleiner „</a:t>
          </a:r>
          <a:r>
            <a:rPr lang="de-DE" sz="3100" kern="1200" dirty="0" err="1"/>
            <a:t>gesitlicher</a:t>
          </a:r>
          <a:r>
            <a:rPr lang="de-DE" sz="3100" kern="1200" dirty="0"/>
            <a:t> Input“</a:t>
          </a:r>
        </a:p>
      </dsp:txBody>
      <dsp:txXfrm rot="-5400000">
        <a:off x="1205307" y="56998"/>
        <a:ext cx="9735860" cy="1009942"/>
      </dsp:txXfrm>
    </dsp:sp>
    <dsp:sp modelId="{1563BBCC-B8C0-44C9-9F04-91C161638AD0}">
      <dsp:nvSpPr>
        <dsp:cNvPr id="0" name=""/>
        <dsp:cNvSpPr/>
      </dsp:nvSpPr>
      <dsp:spPr>
        <a:xfrm rot="5400000">
          <a:off x="-258280" y="1789738"/>
          <a:ext cx="1721868" cy="1205307"/>
        </a:xfrm>
        <a:prstGeom prst="chevron">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DE" sz="1700" kern="1200" dirty="0"/>
            <a:t>Gemeinsam</a:t>
          </a:r>
        </a:p>
      </dsp:txBody>
      <dsp:txXfrm rot="-5400000">
        <a:off x="1" y="2134112"/>
        <a:ext cx="1205307" cy="516561"/>
      </dsp:txXfrm>
    </dsp:sp>
    <dsp:sp modelId="{53550E41-2AE3-424C-88BC-95ABB6C20CE8}">
      <dsp:nvSpPr>
        <dsp:cNvPr id="0" name=""/>
        <dsp:cNvSpPr/>
      </dsp:nvSpPr>
      <dsp:spPr>
        <a:xfrm rot="5400000">
          <a:off x="5540948" y="-2804182"/>
          <a:ext cx="1119214" cy="9790496"/>
        </a:xfrm>
        <a:prstGeom prst="round2Same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de-DE" sz="3100" kern="1200" dirty="0"/>
            <a:t>Lernen: Präsentation / Live Coding</a:t>
          </a:r>
        </a:p>
        <a:p>
          <a:pPr marL="285750" lvl="1" indent="-285750" algn="l" defTabSz="1377950">
            <a:lnSpc>
              <a:spcPct val="90000"/>
            </a:lnSpc>
            <a:spcBef>
              <a:spcPct val="0"/>
            </a:spcBef>
            <a:spcAft>
              <a:spcPct val="15000"/>
            </a:spcAft>
            <a:buChar char="•"/>
          </a:pPr>
          <a:r>
            <a:rPr lang="de-DE" sz="3100" kern="1200" dirty="0"/>
            <a:t>Alle machen gleiche Aufgaben</a:t>
          </a:r>
        </a:p>
      </dsp:txBody>
      <dsp:txXfrm rot="-5400000">
        <a:off x="1205307" y="1586095"/>
        <a:ext cx="9735860" cy="1009942"/>
      </dsp:txXfrm>
    </dsp:sp>
    <dsp:sp modelId="{97F83259-71BB-4233-940C-4A5D0116BBB1}">
      <dsp:nvSpPr>
        <dsp:cNvPr id="0" name=""/>
        <dsp:cNvSpPr/>
      </dsp:nvSpPr>
      <dsp:spPr>
        <a:xfrm rot="5400000">
          <a:off x="-258280" y="3318835"/>
          <a:ext cx="1721868" cy="1205307"/>
        </a:xfrm>
        <a:prstGeom prst="chevron">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DE" sz="1700" kern="1200" dirty="0"/>
            <a:t>Jeder</a:t>
          </a:r>
        </a:p>
      </dsp:txBody>
      <dsp:txXfrm rot="-5400000">
        <a:off x="1" y="3663209"/>
        <a:ext cx="1205307" cy="516561"/>
      </dsp:txXfrm>
    </dsp:sp>
    <dsp:sp modelId="{51327FB9-965A-4C7D-AAB1-16EBA90F47F5}">
      <dsp:nvSpPr>
        <dsp:cNvPr id="0" name=""/>
        <dsp:cNvSpPr/>
      </dsp:nvSpPr>
      <dsp:spPr>
        <a:xfrm rot="5400000">
          <a:off x="5540948" y="-1275085"/>
          <a:ext cx="1119214" cy="9790496"/>
        </a:xfrm>
        <a:prstGeom prst="round2Same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de-DE" sz="3100" kern="1200" dirty="0"/>
            <a:t>Arbeitet an seinem Projekt weiter</a:t>
          </a:r>
        </a:p>
        <a:p>
          <a:pPr marL="285750" lvl="1" indent="-285750" algn="l" defTabSz="1377950">
            <a:lnSpc>
              <a:spcPct val="90000"/>
            </a:lnSpc>
            <a:spcBef>
              <a:spcPct val="0"/>
            </a:spcBef>
            <a:spcAft>
              <a:spcPct val="15000"/>
            </a:spcAft>
            <a:buChar char="•"/>
          </a:pPr>
          <a:r>
            <a:rPr lang="de-DE" sz="3100" kern="1200" dirty="0"/>
            <a:t>Gemeinsam helfen und Ideen austauschen</a:t>
          </a:r>
        </a:p>
      </dsp:txBody>
      <dsp:txXfrm rot="-5400000">
        <a:off x="1205307" y="3115192"/>
        <a:ext cx="9735860" cy="1009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658A9F-40FB-44DC-BFD7-66FAC73F7368}">
      <dsp:nvSpPr>
        <dsp:cNvPr id="0" name=""/>
        <dsp:cNvSpPr/>
      </dsp:nvSpPr>
      <dsp:spPr>
        <a:xfrm>
          <a:off x="2210059" y="2315"/>
          <a:ext cx="2475180" cy="148510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dirty="0"/>
            <a:t>Hallo Welt!</a:t>
          </a:r>
        </a:p>
      </dsp:txBody>
      <dsp:txXfrm>
        <a:off x="2210059" y="2315"/>
        <a:ext cx="2475180" cy="1485108"/>
      </dsp:txXfrm>
    </dsp:sp>
    <dsp:sp modelId="{63BFDF9F-94AF-43B9-B386-07F1B82732DD}">
      <dsp:nvSpPr>
        <dsp:cNvPr id="0" name=""/>
        <dsp:cNvSpPr/>
      </dsp:nvSpPr>
      <dsp:spPr>
        <a:xfrm>
          <a:off x="4932757" y="2315"/>
          <a:ext cx="2475180" cy="1485108"/>
        </a:xfrm>
        <a:prstGeom prst="rect">
          <a:avLst/>
        </a:prstGeom>
        <a:solidFill>
          <a:schemeClr val="accent2">
            <a:hueOff val="920516"/>
            <a:satOff val="-2642"/>
            <a:lumOff val="-423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dirty="0"/>
            <a:t>Quiz Spiel</a:t>
          </a:r>
        </a:p>
      </dsp:txBody>
      <dsp:txXfrm>
        <a:off x="4932757" y="2315"/>
        <a:ext cx="2475180" cy="1485108"/>
      </dsp:txXfrm>
    </dsp:sp>
    <dsp:sp modelId="{BE51A656-DDFC-4379-AF79-96DBD0D7FC87}">
      <dsp:nvSpPr>
        <dsp:cNvPr id="0" name=""/>
        <dsp:cNvSpPr/>
      </dsp:nvSpPr>
      <dsp:spPr>
        <a:xfrm>
          <a:off x="7655456" y="2315"/>
          <a:ext cx="1787748" cy="1485108"/>
        </a:xfrm>
        <a:prstGeom prst="rect">
          <a:avLst/>
        </a:prstGeom>
        <a:solidFill>
          <a:schemeClr val="accent2">
            <a:hueOff val="1841033"/>
            <a:satOff val="-5284"/>
            <a:lumOff val="-84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dirty="0"/>
            <a:t>Kleine Tools</a:t>
          </a:r>
        </a:p>
      </dsp:txBody>
      <dsp:txXfrm>
        <a:off x="7655456" y="2315"/>
        <a:ext cx="1787748" cy="1485108"/>
      </dsp:txXfrm>
    </dsp:sp>
    <dsp:sp modelId="{C9C2DC70-2EF5-43D2-BD2C-624B3D6999AF}">
      <dsp:nvSpPr>
        <dsp:cNvPr id="0" name=""/>
        <dsp:cNvSpPr/>
      </dsp:nvSpPr>
      <dsp:spPr>
        <a:xfrm>
          <a:off x="799391" y="1734941"/>
          <a:ext cx="4609083" cy="1485108"/>
        </a:xfrm>
        <a:prstGeom prst="rect">
          <a:avLst/>
        </a:prstGeom>
        <a:solidFill>
          <a:schemeClr val="accent2">
            <a:hueOff val="2761549"/>
            <a:satOff val="-7926"/>
            <a:lumOff val="-126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dirty="0"/>
            <a:t>Spiele:</a:t>
          </a:r>
          <a:br>
            <a:rPr lang="de-DE" sz="2200" kern="1200" dirty="0"/>
          </a:br>
          <a:r>
            <a:rPr lang="de-DE" sz="2200" kern="1200" dirty="0"/>
            <a:t>Ping Pong, Snake, mini Autorennen, Wirtschaftssimulation, Kartenspiele, Brettspiele?</a:t>
          </a:r>
        </a:p>
      </dsp:txBody>
      <dsp:txXfrm>
        <a:off x="799391" y="1734941"/>
        <a:ext cx="4609083" cy="1485108"/>
      </dsp:txXfrm>
    </dsp:sp>
    <dsp:sp modelId="{4801665C-91FB-4418-9FF0-374E8901F418}">
      <dsp:nvSpPr>
        <dsp:cNvPr id="0" name=""/>
        <dsp:cNvSpPr/>
      </dsp:nvSpPr>
      <dsp:spPr>
        <a:xfrm>
          <a:off x="5655993" y="1734941"/>
          <a:ext cx="2475180" cy="1485108"/>
        </a:xfrm>
        <a:prstGeom prst="rect">
          <a:avLst/>
        </a:prstGeom>
        <a:solidFill>
          <a:schemeClr val="accent2">
            <a:hueOff val="3682065"/>
            <a:satOff val="-10567"/>
            <a:lumOff val="-169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dirty="0"/>
            <a:t>Lernprogramme:</a:t>
          </a:r>
          <a:br>
            <a:rPr lang="de-DE" sz="2200" kern="1200" dirty="0"/>
          </a:br>
          <a:r>
            <a:rPr lang="de-DE" sz="2200" kern="1200" dirty="0"/>
            <a:t>Englisch, Bibel-Verse, Geschichte</a:t>
          </a:r>
        </a:p>
      </dsp:txBody>
      <dsp:txXfrm>
        <a:off x="5655993" y="1734941"/>
        <a:ext cx="2475180" cy="1485108"/>
      </dsp:txXfrm>
    </dsp:sp>
    <dsp:sp modelId="{D5D5A235-9FE4-48FE-83D9-4AFC13DB40F0}">
      <dsp:nvSpPr>
        <dsp:cNvPr id="0" name=""/>
        <dsp:cNvSpPr/>
      </dsp:nvSpPr>
      <dsp:spPr>
        <a:xfrm>
          <a:off x="8378691" y="1734941"/>
          <a:ext cx="2475180" cy="1485108"/>
        </a:xfrm>
        <a:prstGeom prst="rect">
          <a:avLst/>
        </a:prstGeom>
        <a:solidFill>
          <a:schemeClr val="accent2">
            <a:hueOff val="4602581"/>
            <a:satOff val="-13209"/>
            <a:lumOff val="-2114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dirty="0"/>
            <a:t>Interaktive Website</a:t>
          </a:r>
        </a:p>
      </dsp:txBody>
      <dsp:txXfrm>
        <a:off x="8378691" y="1734941"/>
        <a:ext cx="2475180" cy="1485108"/>
      </dsp:txXfrm>
    </dsp:sp>
    <dsp:sp modelId="{4F0EF7F0-250C-4D87-9A96-22CBBA17767F}">
      <dsp:nvSpPr>
        <dsp:cNvPr id="0" name=""/>
        <dsp:cNvSpPr/>
      </dsp:nvSpPr>
      <dsp:spPr>
        <a:xfrm>
          <a:off x="3227692" y="3467568"/>
          <a:ext cx="2475180" cy="1485108"/>
        </a:xfrm>
        <a:prstGeom prst="rect">
          <a:avLst/>
        </a:prstGeom>
        <a:solidFill>
          <a:schemeClr val="accent2">
            <a:hueOff val="5523098"/>
            <a:satOff val="-15851"/>
            <a:lumOff val="-253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de-DE" sz="2200" kern="1200"/>
            <a:t>Apps fürs Smartphone</a:t>
          </a:r>
          <a:endParaRPr lang="de-DE" sz="2200" kern="1200" dirty="0"/>
        </a:p>
      </dsp:txBody>
      <dsp:txXfrm>
        <a:off x="3227692" y="3467568"/>
        <a:ext cx="2475180" cy="1485108"/>
      </dsp:txXfrm>
    </dsp:sp>
    <dsp:sp modelId="{DCE0D5CF-7980-46CB-A65B-8D6AF8C2803B}">
      <dsp:nvSpPr>
        <dsp:cNvPr id="0" name=""/>
        <dsp:cNvSpPr/>
      </dsp:nvSpPr>
      <dsp:spPr>
        <a:xfrm>
          <a:off x="5950391" y="3467568"/>
          <a:ext cx="2475180" cy="1485108"/>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0" tIns="438150" rIns="438150" bIns="438150" numCol="1" spcCol="1270" anchor="ctr" anchorCtr="0">
          <a:noAutofit/>
        </a:bodyPr>
        <a:lstStyle/>
        <a:p>
          <a:pPr marL="0" lvl="0" indent="0" algn="ctr" defTabSz="5111750">
            <a:lnSpc>
              <a:spcPct val="90000"/>
            </a:lnSpc>
            <a:spcBef>
              <a:spcPct val="0"/>
            </a:spcBef>
            <a:spcAft>
              <a:spcPct val="35000"/>
            </a:spcAft>
            <a:buNone/>
          </a:pPr>
          <a:r>
            <a:rPr lang="de-DE" sz="11500" kern="1200" dirty="0"/>
            <a:t>?</a:t>
          </a:r>
          <a:endParaRPr lang="de-DE" sz="2200" kern="1200" dirty="0"/>
        </a:p>
      </dsp:txBody>
      <dsp:txXfrm>
        <a:off x="5950391" y="3467568"/>
        <a:ext cx="2475180" cy="14851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27D4DD-D318-4F22-A6AE-2548746FCE72}">
      <dsp:nvSpPr>
        <dsp:cNvPr id="0" name=""/>
        <dsp:cNvSpPr/>
      </dsp:nvSpPr>
      <dsp:spPr>
        <a:xfrm>
          <a:off x="635327" y="1225"/>
          <a:ext cx="2297413" cy="13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e-DE" sz="3800" kern="1200" dirty="0"/>
            <a:t>Modern / Aktuell</a:t>
          </a:r>
        </a:p>
      </dsp:txBody>
      <dsp:txXfrm>
        <a:off x="635327" y="1225"/>
        <a:ext cx="2297413" cy="1378448"/>
      </dsp:txXfrm>
    </dsp:sp>
    <dsp:sp modelId="{4C652DE5-D75F-4865-B94A-138D7C1B3B11}">
      <dsp:nvSpPr>
        <dsp:cNvPr id="0" name=""/>
        <dsp:cNvSpPr/>
      </dsp:nvSpPr>
      <dsp:spPr>
        <a:xfrm>
          <a:off x="3162482" y="1225"/>
          <a:ext cx="2297413" cy="1378448"/>
        </a:xfrm>
        <a:prstGeom prst="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e-DE" sz="3800" kern="1200" dirty="0"/>
            <a:t>Einfach</a:t>
          </a:r>
        </a:p>
      </dsp:txBody>
      <dsp:txXfrm>
        <a:off x="3162482" y="1225"/>
        <a:ext cx="2297413" cy="1378448"/>
      </dsp:txXfrm>
    </dsp:sp>
    <dsp:sp modelId="{3606813D-1053-40F5-B732-46636CBE6AFC}">
      <dsp:nvSpPr>
        <dsp:cNvPr id="0" name=""/>
        <dsp:cNvSpPr/>
      </dsp:nvSpPr>
      <dsp:spPr>
        <a:xfrm>
          <a:off x="5689637" y="1225"/>
          <a:ext cx="2297413" cy="1378448"/>
        </a:xfrm>
        <a:prstGeom prst="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e-DE" sz="3800" kern="1200" dirty="0"/>
            <a:t>Weit verbreitet</a:t>
          </a:r>
        </a:p>
      </dsp:txBody>
      <dsp:txXfrm>
        <a:off x="5689637" y="1225"/>
        <a:ext cx="2297413" cy="1378448"/>
      </dsp:txXfrm>
    </dsp:sp>
    <dsp:sp modelId="{E04F3261-0081-4433-B67A-58441A26D39C}">
      <dsp:nvSpPr>
        <dsp:cNvPr id="0" name=""/>
        <dsp:cNvSpPr/>
      </dsp:nvSpPr>
      <dsp:spPr>
        <a:xfrm>
          <a:off x="8216792" y="1225"/>
          <a:ext cx="2297413" cy="1378448"/>
        </a:xfrm>
        <a:prstGeom prst="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e-DE" sz="3800" kern="1200" dirty="0"/>
            <a:t>KI-Zeitalter</a:t>
          </a:r>
        </a:p>
      </dsp:txBody>
      <dsp:txXfrm>
        <a:off x="8216792" y="1225"/>
        <a:ext cx="2297413" cy="1378448"/>
      </dsp:txXfrm>
    </dsp:sp>
    <dsp:sp modelId="{DEDCCCE5-BC70-42D3-BD82-85AA80ADBDB7}">
      <dsp:nvSpPr>
        <dsp:cNvPr id="0" name=""/>
        <dsp:cNvSpPr/>
      </dsp:nvSpPr>
      <dsp:spPr>
        <a:xfrm>
          <a:off x="570838" y="1609414"/>
          <a:ext cx="10007855" cy="1378448"/>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de-DE" sz="3800" kern="1200" dirty="0"/>
            <a:t>Überall nutzbar </a:t>
          </a:r>
          <a:r>
            <a:rPr lang="de-DE" sz="3800" kern="1200" dirty="0">
              <a:sym typeface="Wingdings" panose="05000000000000000000" pitchFamily="2" charset="2"/>
            </a:rPr>
            <a:t></a:t>
          </a:r>
          <a:r>
            <a:rPr lang="de-DE" sz="3800" kern="1200" dirty="0"/>
            <a:t> Hello World über GUI, Web, Elektronik – IoT bis zu KI</a:t>
          </a:r>
        </a:p>
      </dsp:txBody>
      <dsp:txXfrm>
        <a:off x="570838" y="1609414"/>
        <a:ext cx="10007855" cy="13784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A0F173-AE38-45E6-B54B-F5DF0EC12F7C}">
      <dsp:nvSpPr>
        <dsp:cNvPr id="0" name=""/>
        <dsp:cNvSpPr/>
      </dsp:nvSpPr>
      <dsp:spPr>
        <a:xfrm rot="5400000">
          <a:off x="-243496" y="245627"/>
          <a:ext cx="1623310" cy="1136317"/>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DE" sz="1700" kern="1200" dirty="0"/>
            <a:t>Vorbereiten</a:t>
          </a:r>
        </a:p>
      </dsp:txBody>
      <dsp:txXfrm rot="-5400000">
        <a:off x="1" y="570290"/>
        <a:ext cx="1136317" cy="486993"/>
      </dsp:txXfrm>
    </dsp:sp>
    <dsp:sp modelId="{E99DE124-6C56-4799-BFD5-9504F21EACAB}">
      <dsp:nvSpPr>
        <dsp:cNvPr id="0" name=""/>
        <dsp:cNvSpPr/>
      </dsp:nvSpPr>
      <dsp:spPr>
        <a:xfrm rot="5400000">
          <a:off x="5153171" y="-4014722"/>
          <a:ext cx="1055151" cy="9088859"/>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Visual Studio Code - Installieren (falls noch nicht)</a:t>
          </a:r>
        </a:p>
        <a:p>
          <a:pPr marL="171450" lvl="1" indent="-171450" algn="l" defTabSz="844550">
            <a:lnSpc>
              <a:spcPct val="90000"/>
            </a:lnSpc>
            <a:spcBef>
              <a:spcPct val="0"/>
            </a:spcBef>
            <a:spcAft>
              <a:spcPct val="15000"/>
            </a:spcAft>
            <a:buChar char="•"/>
          </a:pPr>
          <a:r>
            <a:rPr lang="de-DE" sz="1900" kern="1200" dirty="0"/>
            <a:t>Starten</a:t>
          </a:r>
        </a:p>
        <a:p>
          <a:pPr marL="171450" lvl="1" indent="-171450" algn="l" defTabSz="844550">
            <a:lnSpc>
              <a:spcPct val="90000"/>
            </a:lnSpc>
            <a:spcBef>
              <a:spcPct val="0"/>
            </a:spcBef>
            <a:spcAft>
              <a:spcPct val="15000"/>
            </a:spcAft>
            <a:buChar char="•"/>
          </a:pPr>
          <a:r>
            <a:rPr lang="de-DE" sz="1900" kern="1200" dirty="0"/>
            <a:t>Extension installieren: Python</a:t>
          </a:r>
        </a:p>
      </dsp:txBody>
      <dsp:txXfrm rot="-5400000">
        <a:off x="1136317" y="53640"/>
        <a:ext cx="9037351" cy="952135"/>
      </dsp:txXfrm>
    </dsp:sp>
    <dsp:sp modelId="{C728C5A7-75D1-4726-97B7-5FEB259B23FD}">
      <dsp:nvSpPr>
        <dsp:cNvPr id="0" name=""/>
        <dsp:cNvSpPr/>
      </dsp:nvSpPr>
      <dsp:spPr>
        <a:xfrm rot="5400000">
          <a:off x="-243496" y="1675120"/>
          <a:ext cx="1623310" cy="1136317"/>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DE" sz="1700" kern="1200" dirty="0"/>
            <a:t>Projekt</a:t>
          </a:r>
        </a:p>
      </dsp:txBody>
      <dsp:txXfrm rot="-5400000">
        <a:off x="1" y="1999783"/>
        <a:ext cx="1136317" cy="486993"/>
      </dsp:txXfrm>
    </dsp:sp>
    <dsp:sp modelId="{87C19874-390D-4978-AAEC-373E8999751B}">
      <dsp:nvSpPr>
        <dsp:cNvPr id="0" name=""/>
        <dsp:cNvSpPr/>
      </dsp:nvSpPr>
      <dsp:spPr>
        <a:xfrm rot="5400000">
          <a:off x="5153171" y="-2585230"/>
          <a:ext cx="1055151" cy="9088859"/>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File </a:t>
          </a:r>
          <a:r>
            <a:rPr lang="de-DE" sz="1900" kern="1200" dirty="0">
              <a:sym typeface="Wingdings" panose="05000000000000000000" pitchFamily="2" charset="2"/>
            </a:rPr>
            <a:t> Open Folder</a:t>
          </a:r>
          <a:endParaRPr lang="de-DE" sz="1900" kern="1200" dirty="0"/>
        </a:p>
        <a:p>
          <a:pPr marL="171450" lvl="1" indent="-171450" algn="l" defTabSz="844550">
            <a:lnSpc>
              <a:spcPct val="90000"/>
            </a:lnSpc>
            <a:spcBef>
              <a:spcPct val="0"/>
            </a:spcBef>
            <a:spcAft>
              <a:spcPct val="15000"/>
            </a:spcAft>
            <a:buChar char="•"/>
          </a:pPr>
          <a:r>
            <a:rPr lang="de-DE" sz="1900" kern="1200" dirty="0"/>
            <a:t>Neuen Ordner anlegen: </a:t>
          </a:r>
          <a:r>
            <a:rPr lang="de-DE" sz="1900" kern="1200" dirty="0" err="1"/>
            <a:t>ComputerElektronik</a:t>
          </a:r>
          <a:r>
            <a:rPr lang="de-DE" sz="1900" kern="1200" dirty="0"/>
            <a:t>/Tag1</a:t>
          </a:r>
        </a:p>
      </dsp:txBody>
      <dsp:txXfrm rot="-5400000">
        <a:off x="1136317" y="1483132"/>
        <a:ext cx="9037351" cy="952135"/>
      </dsp:txXfrm>
    </dsp:sp>
    <dsp:sp modelId="{82B073F7-0177-40D3-A6CA-ADA84A6EACF5}">
      <dsp:nvSpPr>
        <dsp:cNvPr id="0" name=""/>
        <dsp:cNvSpPr/>
      </dsp:nvSpPr>
      <dsp:spPr>
        <a:xfrm rot="5400000">
          <a:off x="-243496" y="3104612"/>
          <a:ext cx="1623310" cy="1136317"/>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DE" sz="1700" kern="1200" dirty="0"/>
            <a:t>Datei</a:t>
          </a:r>
        </a:p>
      </dsp:txBody>
      <dsp:txXfrm rot="-5400000">
        <a:off x="1" y="3429275"/>
        <a:ext cx="1136317" cy="486993"/>
      </dsp:txXfrm>
    </dsp:sp>
    <dsp:sp modelId="{89CF1470-65D7-4634-A220-B6A3F9E5F961}">
      <dsp:nvSpPr>
        <dsp:cNvPr id="0" name=""/>
        <dsp:cNvSpPr/>
      </dsp:nvSpPr>
      <dsp:spPr>
        <a:xfrm rot="5400000">
          <a:off x="5153171" y="-1155737"/>
          <a:ext cx="1055151" cy="9088859"/>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Neue Datei hinzufügen: start.py</a:t>
          </a:r>
        </a:p>
        <a:p>
          <a:pPr marL="171450" lvl="1" indent="-171450" algn="l" defTabSz="844550">
            <a:lnSpc>
              <a:spcPct val="90000"/>
            </a:lnSpc>
            <a:spcBef>
              <a:spcPct val="0"/>
            </a:spcBef>
            <a:spcAft>
              <a:spcPct val="15000"/>
            </a:spcAft>
            <a:buChar char="•"/>
          </a:pPr>
          <a:r>
            <a:rPr lang="de-DE" sz="1900" kern="1200" dirty="0"/>
            <a:t>Text schreiben: </a:t>
          </a:r>
          <a:r>
            <a:rPr lang="de-DE" sz="1900" kern="1200" dirty="0" err="1"/>
            <a:t>print</a:t>
          </a:r>
          <a:r>
            <a:rPr lang="de-DE" sz="1900" kern="1200" dirty="0"/>
            <a:t>(„Hallo Welt“)</a:t>
          </a:r>
        </a:p>
        <a:p>
          <a:pPr marL="171450" lvl="1" indent="-171450" algn="l" defTabSz="844550">
            <a:lnSpc>
              <a:spcPct val="90000"/>
            </a:lnSpc>
            <a:spcBef>
              <a:spcPct val="0"/>
            </a:spcBef>
            <a:spcAft>
              <a:spcPct val="15000"/>
            </a:spcAft>
            <a:buChar char="•"/>
          </a:pPr>
          <a:r>
            <a:rPr lang="de-DE" sz="1900" kern="1200"/>
            <a:t>Ausführen RUN</a:t>
          </a:r>
          <a:endParaRPr lang="de-DE" sz="1900" kern="1200" dirty="0"/>
        </a:p>
      </dsp:txBody>
      <dsp:txXfrm rot="-5400000">
        <a:off x="1136317" y="2912625"/>
        <a:ext cx="9037351" cy="95213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0239BA-96ED-372D-73A9-421CB99F0EF7}"/>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45A8611D-E315-A2C5-CEC6-8B855A9779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333B400-1773-90C2-CD15-FF00E39C2CE1}"/>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5" name="Fußzeilenplatzhalter 4">
            <a:extLst>
              <a:ext uri="{FF2B5EF4-FFF2-40B4-BE49-F238E27FC236}">
                <a16:creationId xmlns:a16="http://schemas.microsoft.com/office/drawing/2014/main" id="{6FFF9BF8-80C3-63DA-DB59-5503BC236B1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B4F5DD4-FEC1-D863-2F98-3459669541E2}"/>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218769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1DBFE-B0AB-ADCB-29C9-21269DD7F01B}"/>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1D3062E-C2C8-92D6-430D-02E16673D78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0C70E34-3AFA-F556-EB01-B315558A66F2}"/>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5" name="Fußzeilenplatzhalter 4">
            <a:extLst>
              <a:ext uri="{FF2B5EF4-FFF2-40B4-BE49-F238E27FC236}">
                <a16:creationId xmlns:a16="http://schemas.microsoft.com/office/drawing/2014/main" id="{C787B1F3-D2D2-2D89-A1C6-2E9BECC4C99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8F27555-616C-C43C-6241-3FA625C64267}"/>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340139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9CF153-210F-C0BE-C4CA-A68F267AA107}"/>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E8DC50E-8B1F-372C-6A36-F79067EC4D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964905B-6A3A-854D-E1E0-07FF375BCB9D}"/>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5" name="Fußzeilenplatzhalter 4">
            <a:extLst>
              <a:ext uri="{FF2B5EF4-FFF2-40B4-BE49-F238E27FC236}">
                <a16:creationId xmlns:a16="http://schemas.microsoft.com/office/drawing/2014/main" id="{A70E034D-28E5-D54F-DE10-9C7D9218C52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3CF27FD-A040-6FEA-60CA-976EFFE877F5}"/>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1093975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91C41E-ED8C-46A3-56F4-FBB4F33CFCF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42218DC-A882-4853-F3E2-45CB1FCAD074}"/>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23359842-0EEE-4592-EA12-9B2106F3F9B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127E27D-49DC-3FD1-8860-7C0675E6355E}"/>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6" name="Fußzeilenplatzhalter 5">
            <a:extLst>
              <a:ext uri="{FF2B5EF4-FFF2-40B4-BE49-F238E27FC236}">
                <a16:creationId xmlns:a16="http://schemas.microsoft.com/office/drawing/2014/main" id="{171C4FDB-E4ED-55EA-BB4B-8A47B26AEC5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C11720A-380E-A8DC-B108-1AD8C3F0AA61}"/>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4016527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D408AC-D65B-42F5-3C6A-4A20F788674E}"/>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811B5547-4B16-0A89-AAC6-1EDECF22EA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6FE008E-8BBE-C484-17E2-02ED6922AD45}"/>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1C796D7-BC7D-8A45-F7FC-28EC2F0EDC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7F982A0-A26C-ED7E-1823-529FCF80610A}"/>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A13112D-1B02-A956-54F6-BC5182E5C5CC}"/>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8" name="Fußzeilenplatzhalter 7">
            <a:extLst>
              <a:ext uri="{FF2B5EF4-FFF2-40B4-BE49-F238E27FC236}">
                <a16:creationId xmlns:a16="http://schemas.microsoft.com/office/drawing/2014/main" id="{56B69FB6-1FD6-031C-8BAC-D4D6865FAD64}"/>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5595A1C3-037B-407B-5A11-03861BD52668}"/>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2418803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44D366-11CB-1BB2-E308-8BD5910B601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00607EF0-F95B-F96A-F872-8749B997F1DA}"/>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4" name="Fußzeilenplatzhalter 3">
            <a:extLst>
              <a:ext uri="{FF2B5EF4-FFF2-40B4-BE49-F238E27FC236}">
                <a16:creationId xmlns:a16="http://schemas.microsoft.com/office/drawing/2014/main" id="{628C459A-E0A5-C4B6-20DA-91B34B6FC74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2AD1CAB3-3ACE-FB97-C2A1-81A6CBDC93A4}"/>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282260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8FEC6-08A8-ACA9-CE4E-989B604EBA7D}"/>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3" name="Fußzeilenplatzhalter 2">
            <a:extLst>
              <a:ext uri="{FF2B5EF4-FFF2-40B4-BE49-F238E27FC236}">
                <a16:creationId xmlns:a16="http://schemas.microsoft.com/office/drawing/2014/main" id="{51D36E91-CC04-8EE0-4FDE-213ABC63393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3B7ECCAE-552D-B47C-CB64-5E0787DC92F6}"/>
              </a:ext>
            </a:extLst>
          </p:cNvPr>
          <p:cNvSpPr>
            <a:spLocks noGrp="1"/>
          </p:cNvSpPr>
          <p:nvPr>
            <p:ph type="sldNum" sz="quarter" idx="12"/>
          </p:nvPr>
        </p:nvSpPr>
        <p:spPr/>
        <p:txBody>
          <a:bodyPr/>
          <a:lstStyle/>
          <a:p>
            <a:fld id="{DE2A049F-4E48-4E2C-B6DF-40CFBE99CA63}" type="slidenum">
              <a:rPr lang="de-DE" smtClean="0"/>
              <a:t>‹Nr.›</a:t>
            </a:fld>
            <a:endParaRPr lang="de-DE"/>
          </a:p>
        </p:txBody>
      </p:sp>
      <p:pic>
        <p:nvPicPr>
          <p:cNvPr id="6" name="Grafik 5" descr="Ein Bild, das Schwarz, Dunkelheit, Entwurf, Schwarzweiß enthält.&#10;&#10;KI-generierte Inhalte können fehlerhaft sein.">
            <a:extLst>
              <a:ext uri="{FF2B5EF4-FFF2-40B4-BE49-F238E27FC236}">
                <a16:creationId xmlns:a16="http://schemas.microsoft.com/office/drawing/2014/main" id="{AA3C0D70-312F-22BA-757E-9A204EB339EE}"/>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29343" r="26407"/>
          <a:stretch>
            <a:fillRect/>
          </a:stretch>
        </p:blipFill>
        <p:spPr bwMode="auto">
          <a:xfrm>
            <a:off x="53272" y="27957"/>
            <a:ext cx="917804" cy="807501"/>
          </a:xfrm>
          <a:prstGeom prst="rect">
            <a:avLst/>
          </a:prstGeom>
          <a:ln>
            <a:noFill/>
          </a:ln>
          <a:extLst>
            <a:ext uri="{53640926-AAD7-44D8-BBD7-CCE9431645EC}">
              <a14:shadowObscured xmlns:a14="http://schemas.microsoft.com/office/drawing/2010/main"/>
            </a:ext>
          </a:extLst>
        </p:spPr>
      </p:pic>
      <p:sp>
        <p:nvSpPr>
          <p:cNvPr id="7" name="Textfeld 6">
            <a:extLst>
              <a:ext uri="{FF2B5EF4-FFF2-40B4-BE49-F238E27FC236}">
                <a16:creationId xmlns:a16="http://schemas.microsoft.com/office/drawing/2014/main" id="{CE97BC48-F774-CED6-16BA-124AFFF14B35}"/>
              </a:ext>
            </a:extLst>
          </p:cNvPr>
          <p:cNvSpPr txBox="1"/>
          <p:nvPr userDrawn="1"/>
        </p:nvSpPr>
        <p:spPr>
          <a:xfrm>
            <a:off x="971076" y="247041"/>
            <a:ext cx="3877218" cy="461665"/>
          </a:xfrm>
          <a:prstGeom prst="rect">
            <a:avLst/>
          </a:prstGeom>
          <a:noFill/>
        </p:spPr>
        <p:txBody>
          <a:bodyPr wrap="square" rtlCol="0">
            <a:spAutoFit/>
          </a:bodyPr>
          <a:lstStyle/>
          <a:p>
            <a:r>
              <a:rPr lang="de-DE" sz="2400" dirty="0">
                <a:solidFill>
                  <a:schemeClr val="tx2">
                    <a:lumMod val="90000"/>
                    <a:lumOff val="10000"/>
                  </a:schemeClr>
                </a:solidFill>
                <a:latin typeface="ADLaM Display" panose="02010000000000000000" pitchFamily="2" charset="0"/>
                <a:ea typeface="ADLaM Display" panose="02010000000000000000" pitchFamily="2" charset="0"/>
                <a:cs typeface="ADLaM Display" panose="02010000000000000000" pitchFamily="2" charset="0"/>
              </a:rPr>
              <a:t>Computer &amp; Elektronik</a:t>
            </a:r>
          </a:p>
        </p:txBody>
      </p:sp>
      <p:sp>
        <p:nvSpPr>
          <p:cNvPr id="8" name="Rechteck 7">
            <a:extLst>
              <a:ext uri="{FF2B5EF4-FFF2-40B4-BE49-F238E27FC236}">
                <a16:creationId xmlns:a16="http://schemas.microsoft.com/office/drawing/2014/main" id="{70E8A48F-FB50-3C3E-FDBD-0ADF78D9D2AA}"/>
              </a:ext>
            </a:extLst>
          </p:cNvPr>
          <p:cNvSpPr/>
          <p:nvPr userDrawn="1"/>
        </p:nvSpPr>
        <p:spPr>
          <a:xfrm>
            <a:off x="0" y="835458"/>
            <a:ext cx="4558843"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07E16ABC-D07F-06F7-BF97-A6EFC904C07B}"/>
              </a:ext>
            </a:extLst>
          </p:cNvPr>
          <p:cNvSpPr/>
          <p:nvPr userDrawn="1"/>
        </p:nvSpPr>
        <p:spPr>
          <a:xfrm>
            <a:off x="4513124" y="0"/>
            <a:ext cx="45719" cy="8583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82978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A9D6A6-6B9F-52D6-801E-66DBD164E1C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E57A76E-CFB5-5FA7-E438-A09E65ED7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A0D56F6-3741-AD89-2527-61F4FBF1F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5E3B4D2-5091-14AE-2424-261B863100EA}"/>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6" name="Fußzeilenplatzhalter 5">
            <a:extLst>
              <a:ext uri="{FF2B5EF4-FFF2-40B4-BE49-F238E27FC236}">
                <a16:creationId xmlns:a16="http://schemas.microsoft.com/office/drawing/2014/main" id="{833ACE5F-5EA8-778F-9CBC-A147E049EB1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B1A6911-C7DC-7EEB-C776-F13E27FBCBAE}"/>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1903434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947BD7-4892-A468-AEC7-268CEA1684E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E75EBE2B-2B13-797F-3450-2D94DE0221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B6C81EE9-F76F-158B-A9D5-D84572F39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B6934AE-956C-BBD5-7C6F-2B9B2FF778AB}"/>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6" name="Fußzeilenplatzhalter 5">
            <a:extLst>
              <a:ext uri="{FF2B5EF4-FFF2-40B4-BE49-F238E27FC236}">
                <a16:creationId xmlns:a16="http://schemas.microsoft.com/office/drawing/2014/main" id="{8DA0FB13-2AE6-506F-513C-A515A456289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5AD3FAD-DCDD-6016-3202-8627A7704B50}"/>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209021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85CD9C-5689-83A0-95C5-1B8CB0A54049}"/>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E517EF63-598D-F8C9-9E64-E1F772E6DAB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5A59B4B-071F-6258-E229-45BA281B455F}"/>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5" name="Fußzeilenplatzhalter 4">
            <a:extLst>
              <a:ext uri="{FF2B5EF4-FFF2-40B4-BE49-F238E27FC236}">
                <a16:creationId xmlns:a16="http://schemas.microsoft.com/office/drawing/2014/main" id="{6A51979B-C1B9-1975-3493-4A410529C9E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23D8139-ADB8-749B-1EF6-3AC2917C7914}"/>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1522631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5C6C2A4-471F-79BB-9E90-5127C4A8C455}"/>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0971A8E7-00AB-F22C-50C3-449BF76AFC1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E399C56-80F7-DBA5-D536-AED9D31D1AE1}"/>
              </a:ext>
            </a:extLst>
          </p:cNvPr>
          <p:cNvSpPr>
            <a:spLocks noGrp="1"/>
          </p:cNvSpPr>
          <p:nvPr>
            <p:ph type="dt" sz="half" idx="10"/>
          </p:nvPr>
        </p:nvSpPr>
        <p:spPr/>
        <p:txBody>
          <a:bodyPr/>
          <a:lstStyle/>
          <a:p>
            <a:fld id="{EEF4E360-2EBA-4601-A04F-1434B52E987B}" type="datetimeFigureOut">
              <a:rPr lang="de-DE" smtClean="0"/>
              <a:t>01.11.2025</a:t>
            </a:fld>
            <a:endParaRPr lang="de-DE"/>
          </a:p>
        </p:txBody>
      </p:sp>
      <p:sp>
        <p:nvSpPr>
          <p:cNvPr id="5" name="Fußzeilenplatzhalter 4">
            <a:extLst>
              <a:ext uri="{FF2B5EF4-FFF2-40B4-BE49-F238E27FC236}">
                <a16:creationId xmlns:a16="http://schemas.microsoft.com/office/drawing/2014/main" id="{EFE0239A-C958-D850-2AEA-7BE37AD6460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399E3C1-7AE1-4724-672F-80708035D6B1}"/>
              </a:ext>
            </a:extLst>
          </p:cNvPr>
          <p:cNvSpPr>
            <a:spLocks noGrp="1"/>
          </p:cNvSpPr>
          <p:nvPr>
            <p:ph type="sldNum" sz="quarter" idx="12"/>
          </p:nvPr>
        </p:nvSpPr>
        <p:spPr/>
        <p:txBody>
          <a:bodyPr/>
          <a:lstStyle/>
          <a:p>
            <a:fld id="{DE2A049F-4E48-4E2C-B6DF-40CFBE99CA63}" type="slidenum">
              <a:rPr lang="de-DE" smtClean="0"/>
              <a:t>‹Nr.›</a:t>
            </a:fld>
            <a:endParaRPr lang="de-DE"/>
          </a:p>
        </p:txBody>
      </p:sp>
    </p:spTree>
    <p:extLst>
      <p:ext uri="{BB962C8B-B14F-4D97-AF65-F5344CB8AC3E}">
        <p14:creationId xmlns:p14="http://schemas.microsoft.com/office/powerpoint/2010/main" val="3900001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8417B3A-4E26-D70B-48AD-2A5F315612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6644900-DEA7-9D3A-D232-2A578F524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029F8B4-28E7-12C0-DEA1-4144CBE25E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F4E360-2EBA-4601-A04F-1434B52E987B}" type="datetimeFigureOut">
              <a:rPr lang="de-DE" smtClean="0"/>
              <a:t>01.11.2025</a:t>
            </a:fld>
            <a:endParaRPr lang="de-DE"/>
          </a:p>
        </p:txBody>
      </p:sp>
      <p:sp>
        <p:nvSpPr>
          <p:cNvPr id="5" name="Fußzeilenplatzhalter 4">
            <a:extLst>
              <a:ext uri="{FF2B5EF4-FFF2-40B4-BE49-F238E27FC236}">
                <a16:creationId xmlns:a16="http://schemas.microsoft.com/office/drawing/2014/main" id="{2A3D8542-140D-1EB8-CB5C-6D32E3F11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82672AE2-A9F0-86DD-5E97-7FF9E2F715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2A049F-4E48-4E2C-B6DF-40CFBE99CA63}" type="slidenum">
              <a:rPr lang="de-DE" smtClean="0"/>
              <a:t>‹Nr.›</a:t>
            </a:fld>
            <a:endParaRPr lang="de-DE"/>
          </a:p>
        </p:txBody>
      </p:sp>
    </p:spTree>
    <p:extLst>
      <p:ext uri="{BB962C8B-B14F-4D97-AF65-F5344CB8AC3E}">
        <p14:creationId xmlns:p14="http://schemas.microsoft.com/office/powerpoint/2010/main" val="3297738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www.flickr.com/photos/adafruit/53409224015" TargetMode="External"/><Relationship Id="rId3" Type="http://schemas.openxmlformats.org/officeDocument/2006/relationships/hyperlink" Target="https://openclipart.org/detail/215108/monitor-silver-with-keyboard-pc-by-keistutis" TargetMode="External"/><Relationship Id="rId7"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creativecommons.org/licenses/by-sa/3.0/" TargetMode="External"/><Relationship Id="rId5" Type="http://schemas.openxmlformats.org/officeDocument/2006/relationships/hyperlink" Target="https://courses.lumenlearning.com/suny-marketing-spring2016/chapter/reading-situational-factors/" TargetMode="External"/><Relationship Id="rId10" Type="http://schemas.openxmlformats.org/officeDocument/2006/relationships/hyperlink" Target="https://tr.wikipedia.org/wiki/Raspberry_Pi" TargetMode="External"/><Relationship Id="rId4" Type="http://schemas.openxmlformats.org/officeDocument/2006/relationships/image" Target="../media/image4.jpg"/><Relationship Id="rId9"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pixabay.com/de/photos/amden-leistchamm-chapf-schweiz-338621/" TargetMode="Externa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0">
            <a:extLst>
              <a:ext uri="{FF2B5EF4-FFF2-40B4-BE49-F238E27FC236}">
                <a16:creationId xmlns:a16="http://schemas.microsoft.com/office/drawing/2014/main" id="{86FD7672-78BE-4D6F-A711-2CDB79B52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14">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EBDF93B-DD40-8976-EC49-BD20C80C202C}"/>
              </a:ext>
            </a:extLst>
          </p:cNvPr>
          <p:cNvSpPr>
            <a:spLocks noGrp="1"/>
          </p:cNvSpPr>
          <p:nvPr>
            <p:ph type="ctrTitle"/>
          </p:nvPr>
        </p:nvSpPr>
        <p:spPr>
          <a:xfrm>
            <a:off x="8029293" y="806364"/>
            <a:ext cx="3354636" cy="2847413"/>
          </a:xfrm>
        </p:spPr>
        <p:txBody>
          <a:bodyPr anchor="b">
            <a:normAutofit/>
          </a:bodyPr>
          <a:lstStyle/>
          <a:p>
            <a:pPr algn="l"/>
            <a:r>
              <a:rPr lang="de-DE"/>
              <a:t>Computer und Elektronik</a:t>
            </a:r>
          </a:p>
        </p:txBody>
      </p:sp>
      <p:sp>
        <p:nvSpPr>
          <p:cNvPr id="3" name="Untertitel 2">
            <a:extLst>
              <a:ext uri="{FF2B5EF4-FFF2-40B4-BE49-F238E27FC236}">
                <a16:creationId xmlns:a16="http://schemas.microsoft.com/office/drawing/2014/main" id="{B0F4BB2D-F97D-8D94-7403-976DEE89E765}"/>
              </a:ext>
            </a:extLst>
          </p:cNvPr>
          <p:cNvSpPr>
            <a:spLocks noGrp="1"/>
          </p:cNvSpPr>
          <p:nvPr>
            <p:ph type="subTitle" idx="1"/>
          </p:nvPr>
        </p:nvSpPr>
        <p:spPr>
          <a:xfrm>
            <a:off x="8029293" y="3703250"/>
            <a:ext cx="2435507" cy="1122750"/>
          </a:xfrm>
        </p:spPr>
        <p:txBody>
          <a:bodyPr anchor="t">
            <a:normAutofit/>
          </a:bodyPr>
          <a:lstStyle/>
          <a:p>
            <a:pPr algn="l"/>
            <a:r>
              <a:rPr lang="de-DE" sz="2000"/>
              <a:t>Interessensgruppe</a:t>
            </a:r>
          </a:p>
        </p:txBody>
      </p:sp>
      <p:pic>
        <p:nvPicPr>
          <p:cNvPr id="4" name="Grafik 3" descr="Ein Bild, das Schwarz, Dunkelheit, Entwurf, Schwarzweiß enthält.&#10;&#10;KI-generierte Inhalte können fehlerhaft sein.">
            <a:extLst>
              <a:ext uri="{FF2B5EF4-FFF2-40B4-BE49-F238E27FC236}">
                <a16:creationId xmlns:a16="http://schemas.microsoft.com/office/drawing/2014/main" id="{7C2423EB-0A40-9B8B-FAF3-B1C0AC7167E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343" r="26407"/>
          <a:stretch>
            <a:fillRect/>
          </a:stretch>
        </p:blipFill>
        <p:spPr bwMode="auto">
          <a:xfrm>
            <a:off x="1655482" y="1266742"/>
            <a:ext cx="4886787" cy="430699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4230710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feld 1">
            <a:extLst>
              <a:ext uri="{FF2B5EF4-FFF2-40B4-BE49-F238E27FC236}">
                <a16:creationId xmlns:a16="http://schemas.microsoft.com/office/drawing/2014/main" id="{6DB19B3C-FDA9-5A29-F3D7-CAE07973A53F}"/>
              </a:ext>
            </a:extLst>
          </p:cNvPr>
          <p:cNvSpPr txBox="1"/>
          <p:nvPr/>
        </p:nvSpPr>
        <p:spPr>
          <a:xfrm>
            <a:off x="1285241" y="1008993"/>
            <a:ext cx="9231410" cy="354204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11500" kern="1200">
                <a:solidFill>
                  <a:schemeClr val="tx1"/>
                </a:solidFill>
                <a:latin typeface="+mj-lt"/>
                <a:ea typeface="+mj-ea"/>
                <a:cs typeface="+mj-cs"/>
              </a:rPr>
              <a:t>Was machen wir hier?</a:t>
            </a:r>
          </a:p>
        </p:txBody>
      </p:sp>
      <p:sp>
        <p:nvSpPr>
          <p:cNvPr id="3" name="Rechteck 2">
            <a:extLst>
              <a:ext uri="{FF2B5EF4-FFF2-40B4-BE49-F238E27FC236}">
                <a16:creationId xmlns:a16="http://schemas.microsoft.com/office/drawing/2014/main" id="{823B9DC6-2BFC-D33F-331C-3B2E77C4C199}"/>
              </a:ext>
            </a:extLst>
          </p:cNvPr>
          <p:cNvSpPr/>
          <p:nvPr/>
        </p:nvSpPr>
        <p:spPr>
          <a:xfrm>
            <a:off x="1285241" y="4786269"/>
            <a:ext cx="4187798" cy="776087"/>
          </a:xfrm>
          <a:prstGeom prst="rect">
            <a:avLst/>
          </a:prstGeom>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Was sind eure Erwartungen?</a:t>
            </a:r>
          </a:p>
        </p:txBody>
      </p:sp>
    </p:spTree>
    <p:extLst>
      <p:ext uri="{BB962C8B-B14F-4D97-AF65-F5344CB8AC3E}">
        <p14:creationId xmlns:p14="http://schemas.microsoft.com/office/powerpoint/2010/main" val="91330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 1">
            <a:extLst>
              <a:ext uri="{FF2B5EF4-FFF2-40B4-BE49-F238E27FC236}">
                <a16:creationId xmlns:a16="http://schemas.microsoft.com/office/drawing/2014/main" id="{B945692E-533B-54B1-C965-BC271A23FE0A}"/>
              </a:ext>
            </a:extLst>
          </p:cNvPr>
          <p:cNvGraphicFramePr/>
          <p:nvPr>
            <p:extLst>
              <p:ext uri="{D42A27DB-BD31-4B8C-83A1-F6EECF244321}">
                <p14:modId xmlns:p14="http://schemas.microsoft.com/office/powerpoint/2010/main" val="1441493931"/>
              </p:ext>
            </p:extLst>
          </p:nvPr>
        </p:nvGraphicFramePr>
        <p:xfrm>
          <a:off x="477328" y="1483742"/>
          <a:ext cx="10995804" cy="47847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093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129C31EC-3066-EABC-6C4B-62D3430A2CFC}"/>
              </a:ext>
            </a:extLst>
          </p:cNvPr>
          <p:cNvSpPr txBox="1"/>
          <p:nvPr/>
        </p:nvSpPr>
        <p:spPr>
          <a:xfrm>
            <a:off x="1593730" y="1234603"/>
            <a:ext cx="9004539" cy="2400657"/>
          </a:xfrm>
          <a:prstGeom prst="rect">
            <a:avLst/>
          </a:prstGeom>
          <a:noFill/>
        </p:spPr>
        <p:txBody>
          <a:bodyPr wrap="square">
            <a:spAutoFit/>
          </a:bodyPr>
          <a:lstStyle/>
          <a:p>
            <a:pPr>
              <a:spcBef>
                <a:spcPts val="600"/>
              </a:spcBef>
              <a:spcAft>
                <a:spcPts val="600"/>
              </a:spcAft>
              <a:buNone/>
            </a:pPr>
            <a:r>
              <a:rPr lang="de-DE" sz="2800" b="1"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rPr>
              <a:t>Johannes 1,1-3</a:t>
            </a:r>
            <a:endParaRPr lang="de-DE" sz="2800" kern="1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600"/>
              </a:spcBef>
              <a:spcAft>
                <a:spcPts val="600"/>
              </a:spcAft>
              <a:buNone/>
            </a:pPr>
            <a:r>
              <a:rPr lang="de-DE" sz="28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Im Anfang war das Wort, und das Wort war bei Gott, und Gott war das Wort. Dasselbe war im Anfang bei Gott. Alle Dinge sind durch dasselbe gemacht, und ohne dasselbe ist nichts gemacht, was gemacht ist.</a:t>
            </a:r>
            <a:endParaRPr lang="de-DE"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feld 4">
            <a:extLst>
              <a:ext uri="{FF2B5EF4-FFF2-40B4-BE49-F238E27FC236}">
                <a16:creationId xmlns:a16="http://schemas.microsoft.com/office/drawing/2014/main" id="{3CE5B9DF-F954-739E-F738-88D31A1ECF49}"/>
              </a:ext>
            </a:extLst>
          </p:cNvPr>
          <p:cNvSpPr txBox="1"/>
          <p:nvPr/>
        </p:nvSpPr>
        <p:spPr>
          <a:xfrm>
            <a:off x="1593730" y="3897767"/>
            <a:ext cx="9004538" cy="2400657"/>
          </a:xfrm>
          <a:prstGeom prst="rect">
            <a:avLst/>
          </a:prstGeom>
          <a:noFill/>
        </p:spPr>
        <p:txBody>
          <a:bodyPr wrap="square">
            <a:spAutoFit/>
          </a:bodyPr>
          <a:lstStyle/>
          <a:p>
            <a:pPr>
              <a:spcBef>
                <a:spcPts val="600"/>
              </a:spcBef>
              <a:spcAft>
                <a:spcPts val="600"/>
              </a:spcAft>
              <a:buNone/>
            </a:pPr>
            <a:r>
              <a:rPr lang="de-DE" sz="2800" b="1"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rPr>
              <a:t>Psalm 139,16</a:t>
            </a:r>
            <a:endParaRPr lang="de-DE" sz="2800" kern="1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600"/>
              </a:spcBef>
              <a:spcAft>
                <a:spcPts val="600"/>
              </a:spcAft>
              <a:buNone/>
            </a:pPr>
            <a:r>
              <a:rPr lang="de-DE" sz="28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„Deine Augen sahen mich, als ich noch ungeformt war, und in deinem Buch waren sie alle aufgeschrieben, die Tage, die gebildet werden sollten, als noch keiner von ihnen da war.“</a:t>
            </a:r>
            <a:endParaRPr lang="de-DE"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hteck 5">
            <a:extLst>
              <a:ext uri="{FF2B5EF4-FFF2-40B4-BE49-F238E27FC236}">
                <a16:creationId xmlns:a16="http://schemas.microsoft.com/office/drawing/2014/main" id="{47A28E23-E566-1769-2BA1-101786B6AE72}"/>
              </a:ext>
            </a:extLst>
          </p:cNvPr>
          <p:cNvSpPr/>
          <p:nvPr/>
        </p:nvSpPr>
        <p:spPr>
          <a:xfrm>
            <a:off x="1190445" y="1132936"/>
            <a:ext cx="10133163" cy="5313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500" dirty="0"/>
              <a:t>ANDACHT</a:t>
            </a:r>
          </a:p>
        </p:txBody>
      </p:sp>
    </p:spTree>
    <p:extLst>
      <p:ext uri="{BB962C8B-B14F-4D97-AF65-F5344CB8AC3E}">
        <p14:creationId xmlns:p14="http://schemas.microsoft.com/office/powerpoint/2010/main" val="109050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Komplexe mathematische Formeln auf einer Tafel">
            <a:extLst>
              <a:ext uri="{FF2B5EF4-FFF2-40B4-BE49-F238E27FC236}">
                <a16:creationId xmlns:a16="http://schemas.microsoft.com/office/drawing/2014/main" id="{1F922373-849C-A3BD-B8D1-EB34211C0EA0}"/>
              </a:ext>
            </a:extLst>
          </p:cNvPr>
          <p:cNvPicPr>
            <a:picLocks noChangeAspect="1"/>
          </p:cNvPicPr>
          <p:nvPr/>
        </p:nvPicPr>
        <p:blipFill>
          <a:blip r:embed="rId2"/>
          <a:srcRect l="1256" r="-1" b="-1"/>
          <a:stretch>
            <a:fillRect/>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2" name="Textfeld 1">
            <a:extLst>
              <a:ext uri="{FF2B5EF4-FFF2-40B4-BE49-F238E27FC236}">
                <a16:creationId xmlns:a16="http://schemas.microsoft.com/office/drawing/2014/main" id="{6D295B58-09E2-2D52-6003-67AB15A2E748}"/>
              </a:ext>
            </a:extLst>
          </p:cNvPr>
          <p:cNvSpPr txBox="1"/>
          <p:nvPr/>
        </p:nvSpPr>
        <p:spPr>
          <a:xfrm>
            <a:off x="661916" y="2852381"/>
            <a:ext cx="3161940" cy="264024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dirty="0" err="1">
                <a:solidFill>
                  <a:schemeClr val="tx1">
                    <a:lumMod val="85000"/>
                    <a:lumOff val="15000"/>
                  </a:schemeClr>
                </a:solidFill>
                <a:latin typeface="+mj-lt"/>
                <a:ea typeface="+mj-ea"/>
                <a:cs typeface="+mj-cs"/>
              </a:rPr>
              <a:t>Theorie</a:t>
            </a:r>
            <a:endParaRPr lang="en-US" sz="36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2731410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Elektronik, Ausgabegerät, Eingabegerät, Computerhardware enthält.&#10;&#10;KI-generierte Inhalte können fehlerhaft sein.">
            <a:extLst>
              <a:ext uri="{FF2B5EF4-FFF2-40B4-BE49-F238E27FC236}">
                <a16:creationId xmlns:a16="http://schemas.microsoft.com/office/drawing/2014/main" id="{75D97F82-32CD-312F-1BCE-4B5BA515C6A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4323" y="1128977"/>
            <a:ext cx="4876672" cy="4876672"/>
          </a:xfrm>
          <a:prstGeom prst="rect">
            <a:avLst/>
          </a:prstGeom>
        </p:spPr>
      </p:pic>
      <p:pic>
        <p:nvPicPr>
          <p:cNvPr id="5" name="Grafik 4" descr="Ein Bild, das Handy, tragbares Kommunikationsgerät, Gerät, Kommunikationsgerät enthält.&#10;&#10;KI-generierte Inhalte können fehlerhaft sein.">
            <a:extLst>
              <a:ext uri="{FF2B5EF4-FFF2-40B4-BE49-F238E27FC236}">
                <a16:creationId xmlns:a16="http://schemas.microsoft.com/office/drawing/2014/main" id="{5E540C9C-F816-467E-9B5A-C120486D350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537756" y="1625583"/>
            <a:ext cx="3101789" cy="3101789"/>
          </a:xfrm>
          <a:prstGeom prst="rect">
            <a:avLst/>
          </a:prstGeom>
        </p:spPr>
      </p:pic>
      <p:pic>
        <p:nvPicPr>
          <p:cNvPr id="8" name="Grafik 7" descr="Ein Bild, das Elektronik, Elektronisches Bauteil, Elektrisches Bauelement, passives Bauelement enthält.&#10;&#10;KI-generierte Inhalte können fehlerhaft sein.">
            <a:extLst>
              <a:ext uri="{FF2B5EF4-FFF2-40B4-BE49-F238E27FC236}">
                <a16:creationId xmlns:a16="http://schemas.microsoft.com/office/drawing/2014/main" id="{41EB37E2-2A56-816A-E039-098415D88BCB}"/>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31250" y1="48858" x2="31445" y2="57995"/>
                        <a14:foregroundMark x1="31445" y1="57995" x2="36914" y2="52157"/>
                        <a14:foregroundMark x1="36914" y1="52157" x2="33398" y2="44416"/>
                        <a14:foregroundMark x1="33398" y1="44416" x2="31934" y2="44543"/>
                        <a14:backgroundMark x1="20703" y1="77030" x2="36426" y2="78046"/>
                        <a14:backgroundMark x1="36426" y1="78046" x2="69336" y2="76396"/>
                        <a14:backgroundMark x1="69336" y1="76396" x2="80469" y2="77030"/>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8"/>
              </a:ext>
            </a:extLst>
          </a:blip>
          <a:srcRect l="10260" t="30020" r="8987" b="25994"/>
          <a:stretch>
            <a:fillRect/>
          </a:stretch>
        </p:blipFill>
        <p:spPr>
          <a:xfrm rot="18193436">
            <a:off x="8539699" y="2358547"/>
            <a:ext cx="3189550" cy="1336947"/>
          </a:xfrm>
          <a:prstGeom prst="rect">
            <a:avLst/>
          </a:prstGeom>
        </p:spPr>
      </p:pic>
      <p:pic>
        <p:nvPicPr>
          <p:cNvPr id="11" name="Grafik 10" descr="Ein Bild, das Elektronik, Elektronisches Bauteil, Elektrisches Bauelement, passives Bauelement enthält.&#10;&#10;KI-generierte Inhalte können fehlerhaft sein.">
            <a:extLst>
              <a:ext uri="{FF2B5EF4-FFF2-40B4-BE49-F238E27FC236}">
                <a16:creationId xmlns:a16="http://schemas.microsoft.com/office/drawing/2014/main" id="{7AE623F8-A5A4-EE99-6FDE-FD5390F57DFC}"/>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5514511" y="4076654"/>
            <a:ext cx="4309451" cy="2535394"/>
          </a:xfrm>
          <a:prstGeom prst="rect">
            <a:avLst/>
          </a:prstGeom>
        </p:spPr>
      </p:pic>
      <p:sp>
        <p:nvSpPr>
          <p:cNvPr id="12" name="Textfeld 11">
            <a:extLst>
              <a:ext uri="{FF2B5EF4-FFF2-40B4-BE49-F238E27FC236}">
                <a16:creationId xmlns:a16="http://schemas.microsoft.com/office/drawing/2014/main" id="{A325207E-9D6D-6337-6F48-479F5BDFEBDB}"/>
              </a:ext>
            </a:extLst>
          </p:cNvPr>
          <p:cNvSpPr txBox="1"/>
          <p:nvPr/>
        </p:nvSpPr>
        <p:spPr>
          <a:xfrm>
            <a:off x="267671" y="6858000"/>
            <a:ext cx="11656657" cy="230832"/>
          </a:xfrm>
          <a:prstGeom prst="rect">
            <a:avLst/>
          </a:prstGeom>
          <a:noFill/>
        </p:spPr>
        <p:txBody>
          <a:bodyPr wrap="square" rtlCol="0">
            <a:spAutoFit/>
          </a:bodyPr>
          <a:lstStyle/>
          <a:p>
            <a:r>
              <a:rPr lang="de-DE" sz="900"/>
              <a:t>"</a:t>
            </a:r>
            <a:r>
              <a:rPr lang="de-DE" sz="900">
                <a:hlinkClick r:id="rId10" tooltip="https://tr.wikipedia.org/wiki/Raspberry_Pi"/>
              </a:rPr>
              <a:t>Dieses Foto</a:t>
            </a:r>
            <a:r>
              <a:rPr lang="de-DE" sz="900"/>
              <a:t>" von Unbekannter Autor ist lizenziert gemäß </a:t>
            </a:r>
            <a:r>
              <a:rPr lang="de-DE" sz="900">
                <a:hlinkClick r:id="rId11" tooltip="https://creativecommons.org/licenses/by-sa/3.0/"/>
              </a:rPr>
              <a:t>CC BY-SA</a:t>
            </a:r>
            <a:endParaRPr lang="de-DE" sz="900"/>
          </a:p>
        </p:txBody>
      </p:sp>
      <p:sp>
        <p:nvSpPr>
          <p:cNvPr id="13" name="Textfeld 12">
            <a:extLst>
              <a:ext uri="{FF2B5EF4-FFF2-40B4-BE49-F238E27FC236}">
                <a16:creationId xmlns:a16="http://schemas.microsoft.com/office/drawing/2014/main" id="{F2C8F3E2-4EF1-DEDA-5AFC-D700B23CD25B}"/>
              </a:ext>
            </a:extLst>
          </p:cNvPr>
          <p:cNvSpPr txBox="1"/>
          <p:nvPr/>
        </p:nvSpPr>
        <p:spPr>
          <a:xfrm>
            <a:off x="4810205" y="84524"/>
            <a:ext cx="6837472" cy="584775"/>
          </a:xfrm>
          <a:prstGeom prst="rect">
            <a:avLst/>
          </a:prstGeom>
          <a:noFill/>
        </p:spPr>
        <p:txBody>
          <a:bodyPr wrap="square" rtlCol="0">
            <a:spAutoFit/>
          </a:bodyPr>
          <a:lstStyle/>
          <a:p>
            <a:r>
              <a:rPr lang="de-DE" sz="3200" dirty="0"/>
              <a:t>Was haben die gemeinsam?</a:t>
            </a:r>
          </a:p>
        </p:txBody>
      </p:sp>
    </p:spTree>
    <p:extLst>
      <p:ext uri="{BB962C8B-B14F-4D97-AF65-F5344CB8AC3E}">
        <p14:creationId xmlns:p14="http://schemas.microsoft.com/office/powerpoint/2010/main" val="3728176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VA-Prinzip – Wikipedia">
            <a:extLst>
              <a:ext uri="{FF2B5EF4-FFF2-40B4-BE49-F238E27FC236}">
                <a16:creationId xmlns:a16="http://schemas.microsoft.com/office/drawing/2014/main" id="{AAA674CF-AFA9-09F6-B323-A598AA08B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328" y="1024273"/>
            <a:ext cx="8245541" cy="5833727"/>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BF6177D5-E497-9116-D51D-4F548A4A206A}"/>
              </a:ext>
            </a:extLst>
          </p:cNvPr>
          <p:cNvSpPr txBox="1"/>
          <p:nvPr/>
        </p:nvSpPr>
        <p:spPr>
          <a:xfrm>
            <a:off x="4748733" y="130629"/>
            <a:ext cx="6508376" cy="584775"/>
          </a:xfrm>
          <a:prstGeom prst="rect">
            <a:avLst/>
          </a:prstGeom>
          <a:noFill/>
        </p:spPr>
        <p:txBody>
          <a:bodyPr wrap="square" rtlCol="0">
            <a:spAutoFit/>
          </a:bodyPr>
          <a:lstStyle/>
          <a:p>
            <a:r>
              <a:rPr lang="de-DE" sz="3200" dirty="0"/>
              <a:t>EVA: Eingabe Verarbeitung Ausgabe</a:t>
            </a:r>
          </a:p>
        </p:txBody>
      </p:sp>
    </p:spTree>
    <p:extLst>
      <p:ext uri="{BB962C8B-B14F-4D97-AF65-F5344CB8AC3E}">
        <p14:creationId xmlns:p14="http://schemas.microsoft.com/office/powerpoint/2010/main" val="2297893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Elektronik, Text, Elektrisches Bauelement, Elektronisches Bauteil enthält.&#10;&#10;KI-generierte Inhalte können fehlerhaft sein.">
            <a:extLst>
              <a:ext uri="{FF2B5EF4-FFF2-40B4-BE49-F238E27FC236}">
                <a16:creationId xmlns:a16="http://schemas.microsoft.com/office/drawing/2014/main" id="{DCC75933-FB4B-ABCD-24BC-943672A6C5F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31021" y="1551578"/>
            <a:ext cx="2571750" cy="1714500"/>
          </a:xfrm>
          <a:prstGeom prst="rect">
            <a:avLst/>
          </a:prstGeom>
        </p:spPr>
      </p:pic>
      <p:sp>
        <p:nvSpPr>
          <p:cNvPr id="4" name="Textfeld 3">
            <a:extLst>
              <a:ext uri="{FF2B5EF4-FFF2-40B4-BE49-F238E27FC236}">
                <a16:creationId xmlns:a16="http://schemas.microsoft.com/office/drawing/2014/main" id="{6BC42664-9C0E-471F-36AC-A2B6E9BCE1FB}"/>
              </a:ext>
            </a:extLst>
          </p:cNvPr>
          <p:cNvSpPr txBox="1"/>
          <p:nvPr/>
        </p:nvSpPr>
        <p:spPr>
          <a:xfrm>
            <a:off x="427745" y="1808664"/>
            <a:ext cx="2966036" cy="1200329"/>
          </a:xfrm>
          <a:prstGeom prst="rect">
            <a:avLst/>
          </a:prstGeom>
          <a:noFill/>
        </p:spPr>
        <p:txBody>
          <a:bodyPr wrap="square" rtlCol="0">
            <a:spAutoFit/>
          </a:bodyPr>
          <a:lstStyle/>
          <a:p>
            <a:r>
              <a:rPr lang="de-DE" dirty="0"/>
              <a:t>1010101010101101101001010101010100101101011110101000100001010101001010010111110100100011</a:t>
            </a:r>
          </a:p>
        </p:txBody>
      </p:sp>
      <p:sp>
        <p:nvSpPr>
          <p:cNvPr id="5" name="Pfeil: nach links 4">
            <a:extLst>
              <a:ext uri="{FF2B5EF4-FFF2-40B4-BE49-F238E27FC236}">
                <a16:creationId xmlns:a16="http://schemas.microsoft.com/office/drawing/2014/main" id="{7978FFC2-B7F2-76EA-B137-439688B1513B}"/>
              </a:ext>
            </a:extLst>
          </p:cNvPr>
          <p:cNvSpPr/>
          <p:nvPr/>
        </p:nvSpPr>
        <p:spPr>
          <a:xfrm rot="10800000">
            <a:off x="3524411" y="1771864"/>
            <a:ext cx="875980" cy="12371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rechts 5">
            <a:extLst>
              <a:ext uri="{FF2B5EF4-FFF2-40B4-BE49-F238E27FC236}">
                <a16:creationId xmlns:a16="http://schemas.microsoft.com/office/drawing/2014/main" id="{91ECC1DB-C185-8F8E-0928-F9886A13B3CF}"/>
              </a:ext>
            </a:extLst>
          </p:cNvPr>
          <p:cNvSpPr/>
          <p:nvPr/>
        </p:nvSpPr>
        <p:spPr>
          <a:xfrm>
            <a:off x="7422777" y="1771864"/>
            <a:ext cx="1165413" cy="1175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93E0EC6D-2F7B-2908-D23A-83E7AA693241}"/>
              </a:ext>
            </a:extLst>
          </p:cNvPr>
          <p:cNvSpPr txBox="1"/>
          <p:nvPr/>
        </p:nvSpPr>
        <p:spPr>
          <a:xfrm>
            <a:off x="8908196" y="1771864"/>
            <a:ext cx="2328262" cy="1200329"/>
          </a:xfrm>
          <a:prstGeom prst="rect">
            <a:avLst/>
          </a:prstGeom>
          <a:noFill/>
        </p:spPr>
        <p:txBody>
          <a:bodyPr wrap="square" rtlCol="0">
            <a:spAutoFit/>
          </a:bodyPr>
          <a:lstStyle/>
          <a:p>
            <a:r>
              <a:rPr lang="de-DE" sz="2400" dirty="0"/>
              <a:t>Dann passiert etwas…</a:t>
            </a:r>
            <a:br>
              <a:rPr lang="de-DE" sz="2400" dirty="0"/>
            </a:br>
            <a:r>
              <a:rPr lang="de-DE" sz="2400" dirty="0"/>
              <a:t>Aktionen etc…..</a:t>
            </a:r>
          </a:p>
        </p:txBody>
      </p:sp>
      <p:sp>
        <p:nvSpPr>
          <p:cNvPr id="8" name="Pfeil: nach unten 7">
            <a:extLst>
              <a:ext uri="{FF2B5EF4-FFF2-40B4-BE49-F238E27FC236}">
                <a16:creationId xmlns:a16="http://schemas.microsoft.com/office/drawing/2014/main" id="{C2284FC5-7627-5CEB-96EE-D7AFAF1C1847}"/>
              </a:ext>
            </a:extLst>
          </p:cNvPr>
          <p:cNvSpPr/>
          <p:nvPr/>
        </p:nvSpPr>
        <p:spPr>
          <a:xfrm>
            <a:off x="845244" y="3143135"/>
            <a:ext cx="2131038" cy="1375078"/>
          </a:xfrm>
          <a:prstGeom prst="downArrow">
            <a:avLst>
              <a:gd name="adj1" fmla="val 100000"/>
              <a:gd name="adj2" fmla="val 3714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Einfacher machen..</a:t>
            </a:r>
          </a:p>
        </p:txBody>
      </p:sp>
      <p:sp>
        <p:nvSpPr>
          <p:cNvPr id="9" name="Rechteck 8">
            <a:extLst>
              <a:ext uri="{FF2B5EF4-FFF2-40B4-BE49-F238E27FC236}">
                <a16:creationId xmlns:a16="http://schemas.microsoft.com/office/drawing/2014/main" id="{F5B1CC14-2CE6-2890-FE45-F17D2D464FFC}"/>
              </a:ext>
            </a:extLst>
          </p:cNvPr>
          <p:cNvSpPr/>
          <p:nvPr/>
        </p:nvSpPr>
        <p:spPr>
          <a:xfrm>
            <a:off x="230521" y="4652355"/>
            <a:ext cx="3373291" cy="8529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dirty="0"/>
              <a:t>Programmiersprachen</a:t>
            </a:r>
          </a:p>
        </p:txBody>
      </p:sp>
      <p:sp>
        <p:nvSpPr>
          <p:cNvPr id="10" name="Textfeld 9">
            <a:extLst>
              <a:ext uri="{FF2B5EF4-FFF2-40B4-BE49-F238E27FC236}">
                <a16:creationId xmlns:a16="http://schemas.microsoft.com/office/drawing/2014/main" id="{6F54246D-C31E-BFF0-026C-A502314EDD87}"/>
              </a:ext>
            </a:extLst>
          </p:cNvPr>
          <p:cNvSpPr txBox="1"/>
          <p:nvPr/>
        </p:nvSpPr>
        <p:spPr>
          <a:xfrm>
            <a:off x="4679576" y="122945"/>
            <a:ext cx="7053943" cy="707886"/>
          </a:xfrm>
          <a:prstGeom prst="rect">
            <a:avLst/>
          </a:prstGeom>
          <a:noFill/>
        </p:spPr>
        <p:txBody>
          <a:bodyPr wrap="square" rtlCol="0">
            <a:spAutoFit/>
          </a:bodyPr>
          <a:lstStyle/>
          <a:p>
            <a:r>
              <a:rPr lang="de-DE" sz="4000" dirty="0"/>
              <a:t>Die Verarbeitung</a:t>
            </a:r>
          </a:p>
        </p:txBody>
      </p:sp>
      <p:sp>
        <p:nvSpPr>
          <p:cNvPr id="2" name="Legende: mit Pfeil nach links 1">
            <a:extLst>
              <a:ext uri="{FF2B5EF4-FFF2-40B4-BE49-F238E27FC236}">
                <a16:creationId xmlns:a16="http://schemas.microsoft.com/office/drawing/2014/main" id="{C9E5DBEF-3B41-35A8-80C8-D6820911747D}"/>
              </a:ext>
            </a:extLst>
          </p:cNvPr>
          <p:cNvSpPr/>
          <p:nvPr/>
        </p:nvSpPr>
        <p:spPr>
          <a:xfrm>
            <a:off x="3950898" y="4433977"/>
            <a:ext cx="6343291" cy="1375078"/>
          </a:xfrm>
          <a:prstGeom prst="leftArrowCallout">
            <a:avLst>
              <a:gd name="adj1" fmla="val 25000"/>
              <a:gd name="adj2" fmla="val 25000"/>
              <a:gd name="adj3" fmla="val 25000"/>
              <a:gd name="adj4" fmla="val 6996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Und wir nehmen:</a:t>
            </a:r>
            <a:br>
              <a:rPr lang="de-DE" dirty="0"/>
            </a:br>
            <a:r>
              <a:rPr lang="de-DE" sz="4000" dirty="0"/>
              <a:t>Python</a:t>
            </a:r>
            <a:endParaRPr lang="de-DE" dirty="0"/>
          </a:p>
        </p:txBody>
      </p:sp>
    </p:spTree>
    <p:extLst>
      <p:ext uri="{BB962C8B-B14F-4D97-AF65-F5344CB8AC3E}">
        <p14:creationId xmlns:p14="http://schemas.microsoft.com/office/powerpoint/2010/main" val="344283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a:extLst>
              <a:ext uri="{FF2B5EF4-FFF2-40B4-BE49-F238E27FC236}">
                <a16:creationId xmlns:a16="http://schemas.microsoft.com/office/drawing/2014/main" id="{C73BBEEF-B456-4A39-B44B-5A53E698A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Eine Zeichnung einer Glühbirne mit gelbem, zerknittertem Papier als Licht">
            <a:extLst>
              <a:ext uri="{FF2B5EF4-FFF2-40B4-BE49-F238E27FC236}">
                <a16:creationId xmlns:a16="http://schemas.microsoft.com/office/drawing/2014/main" id="{C51B5DE1-113F-2B15-BA3F-80BB096E5559}"/>
              </a:ext>
            </a:extLst>
          </p:cNvPr>
          <p:cNvPicPr>
            <a:picLocks noChangeAspect="1"/>
          </p:cNvPicPr>
          <p:nvPr/>
        </p:nvPicPr>
        <p:blipFill>
          <a:blip r:embed="rId2"/>
          <a:srcRect l="11521" r="29144" b="-1"/>
          <a:stretch>
            <a:fillRect/>
          </a:stretch>
        </p:blipFill>
        <p:spPr>
          <a:xfrm>
            <a:off x="1" y="10"/>
            <a:ext cx="6096000" cy="6857990"/>
          </a:xfrm>
          <a:prstGeom prst="rect">
            <a:avLst/>
          </a:prstGeom>
        </p:spPr>
      </p:pic>
      <p:sp useBgFill="1">
        <p:nvSpPr>
          <p:cNvPr id="10" name="Rectangle 9">
            <a:extLst>
              <a:ext uri="{FF2B5EF4-FFF2-40B4-BE49-F238E27FC236}">
                <a16:creationId xmlns:a16="http://schemas.microsoft.com/office/drawing/2014/main" id="{13A48C6C-3CC4-4EE5-A773-EC1EB7F59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ln>
            <a:noFill/>
          </a:ln>
          <a:effectLst>
            <a:outerShdw blurRad="596900" dist="330200" dir="8820000" sx="87000" sy="87000" algn="t" rotWithShape="0">
              <a:srgbClr val="000000">
                <a:alpha val="2666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feld 1">
            <a:extLst>
              <a:ext uri="{FF2B5EF4-FFF2-40B4-BE49-F238E27FC236}">
                <a16:creationId xmlns:a16="http://schemas.microsoft.com/office/drawing/2014/main" id="{68E4C659-44FA-0EE4-91CE-E3EB6FCF0F99}"/>
              </a:ext>
            </a:extLst>
          </p:cNvPr>
          <p:cNvSpPr txBox="1"/>
          <p:nvPr/>
        </p:nvSpPr>
        <p:spPr>
          <a:xfrm>
            <a:off x="6807575" y="771099"/>
            <a:ext cx="4658109" cy="363030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800" dirty="0">
                <a:latin typeface="+mj-lt"/>
                <a:ea typeface="+mj-ea"/>
                <a:cs typeface="+mj-cs"/>
              </a:rPr>
              <a:t>Ideen und Inspiration</a:t>
            </a:r>
          </a:p>
        </p:txBody>
      </p:sp>
      <p:sp useBgFill="1">
        <p:nvSpPr>
          <p:cNvPr id="12"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5143500"/>
            <a:ext cx="6096000" cy="1714500"/>
          </a:xfrm>
          <a:prstGeom prst="rect">
            <a:avLst/>
          </a:prstGeom>
          <a:ln>
            <a:noFill/>
          </a:ln>
          <a:effectLst>
            <a:outerShdw blurRad="342900" dist="127000" dir="2400000" sx="90000" sy="90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2376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602EC3F3-B6F4-1ECD-BDC0-F01F80E16E93}"/>
              </a:ext>
            </a:extLst>
          </p:cNvPr>
          <p:cNvSpPr txBox="1"/>
          <p:nvPr/>
        </p:nvSpPr>
        <p:spPr>
          <a:xfrm>
            <a:off x="4833257" y="192101"/>
            <a:ext cx="7023207" cy="584775"/>
          </a:xfrm>
          <a:prstGeom prst="rect">
            <a:avLst/>
          </a:prstGeom>
          <a:noFill/>
        </p:spPr>
        <p:txBody>
          <a:bodyPr wrap="square" rtlCol="0">
            <a:spAutoFit/>
          </a:bodyPr>
          <a:lstStyle/>
          <a:p>
            <a:r>
              <a:rPr lang="de-DE" sz="3200" dirty="0"/>
              <a:t>1. Teil Programmieren am Computer</a:t>
            </a:r>
          </a:p>
        </p:txBody>
      </p:sp>
      <p:graphicFrame>
        <p:nvGraphicFramePr>
          <p:cNvPr id="3" name="Diagramm 2">
            <a:extLst>
              <a:ext uri="{FF2B5EF4-FFF2-40B4-BE49-F238E27FC236}">
                <a16:creationId xmlns:a16="http://schemas.microsoft.com/office/drawing/2014/main" id="{56BA20F2-5886-5AE5-89E4-B0271A6BF172}"/>
              </a:ext>
            </a:extLst>
          </p:cNvPr>
          <p:cNvGraphicFramePr/>
          <p:nvPr>
            <p:extLst>
              <p:ext uri="{D42A27DB-BD31-4B8C-83A1-F6EECF244321}">
                <p14:modId xmlns:p14="http://schemas.microsoft.com/office/powerpoint/2010/main" val="833655647"/>
              </p:ext>
            </p:extLst>
          </p:nvPr>
        </p:nvGraphicFramePr>
        <p:xfrm>
          <a:off x="203200" y="1229445"/>
          <a:ext cx="11653264" cy="49549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8216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o">
            <a:extLst>
              <a:ext uri="{FF2B5EF4-FFF2-40B4-BE49-F238E27FC236}">
                <a16:creationId xmlns:a16="http://schemas.microsoft.com/office/drawing/2014/main" id="{5C85189A-4B25-4BFC-3D62-A46084C20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185" y="1158347"/>
            <a:ext cx="2057405" cy="2057405"/>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E60E4962-54EF-7D0A-ED2B-9F463EF86686}"/>
              </a:ext>
            </a:extLst>
          </p:cNvPr>
          <p:cNvSpPr txBox="1"/>
          <p:nvPr/>
        </p:nvSpPr>
        <p:spPr>
          <a:xfrm>
            <a:off x="3438683" y="1158347"/>
            <a:ext cx="8526426" cy="1877437"/>
          </a:xfrm>
          <a:prstGeom prst="rect">
            <a:avLst/>
          </a:prstGeom>
          <a:noFill/>
        </p:spPr>
        <p:txBody>
          <a:bodyPr wrap="square" rtlCol="0">
            <a:spAutoFit/>
          </a:bodyPr>
          <a:lstStyle/>
          <a:p>
            <a:r>
              <a:rPr lang="de-DE" sz="7200" dirty="0">
                <a:solidFill>
                  <a:schemeClr val="accent1">
                    <a:lumMod val="75000"/>
                  </a:schemeClr>
                </a:solidFill>
              </a:rPr>
              <a:t>Python</a:t>
            </a:r>
            <a:br>
              <a:rPr lang="de-DE" sz="4400" dirty="0">
                <a:solidFill>
                  <a:schemeClr val="accent1">
                    <a:lumMod val="75000"/>
                  </a:schemeClr>
                </a:solidFill>
              </a:rPr>
            </a:br>
            <a:r>
              <a:rPr lang="de-DE" sz="4400" dirty="0">
                <a:solidFill>
                  <a:srgbClr val="FFC000"/>
                </a:solidFill>
              </a:rPr>
              <a:t>Programmiersprache</a:t>
            </a:r>
          </a:p>
        </p:txBody>
      </p:sp>
      <p:graphicFrame>
        <p:nvGraphicFramePr>
          <p:cNvPr id="5" name="Diagramm 4">
            <a:extLst>
              <a:ext uri="{FF2B5EF4-FFF2-40B4-BE49-F238E27FC236}">
                <a16:creationId xmlns:a16="http://schemas.microsoft.com/office/drawing/2014/main" id="{706AE54C-5E06-2853-CCB6-2EE56FBB94A1}"/>
              </a:ext>
            </a:extLst>
          </p:cNvPr>
          <p:cNvGraphicFramePr/>
          <p:nvPr>
            <p:extLst>
              <p:ext uri="{D42A27DB-BD31-4B8C-83A1-F6EECF244321}">
                <p14:modId xmlns:p14="http://schemas.microsoft.com/office/powerpoint/2010/main" val="4130490772"/>
              </p:ext>
            </p:extLst>
          </p:nvPr>
        </p:nvGraphicFramePr>
        <p:xfrm>
          <a:off x="521233" y="3542340"/>
          <a:ext cx="11149533" cy="2989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feld 1">
            <a:extLst>
              <a:ext uri="{FF2B5EF4-FFF2-40B4-BE49-F238E27FC236}">
                <a16:creationId xmlns:a16="http://schemas.microsoft.com/office/drawing/2014/main" id="{5B43006F-5994-5C75-F3EF-BEC9F18190D4}"/>
              </a:ext>
            </a:extLst>
          </p:cNvPr>
          <p:cNvSpPr txBox="1"/>
          <p:nvPr/>
        </p:nvSpPr>
        <p:spPr>
          <a:xfrm>
            <a:off x="4656525" y="115260"/>
            <a:ext cx="6416168" cy="646331"/>
          </a:xfrm>
          <a:prstGeom prst="rect">
            <a:avLst/>
          </a:prstGeom>
          <a:noFill/>
        </p:spPr>
        <p:txBody>
          <a:bodyPr wrap="square" rtlCol="0">
            <a:spAutoFit/>
          </a:bodyPr>
          <a:lstStyle/>
          <a:p>
            <a:r>
              <a:rPr lang="de-DE" sz="3600" dirty="0"/>
              <a:t>JETZT geht es los!</a:t>
            </a:r>
          </a:p>
        </p:txBody>
      </p:sp>
    </p:spTree>
    <p:extLst>
      <p:ext uri="{BB962C8B-B14F-4D97-AF65-F5344CB8AC3E}">
        <p14:creationId xmlns:p14="http://schemas.microsoft.com/office/powerpoint/2010/main" val="414264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B4BCC4F3-1911-34DF-D57D-1A2741783142}"/>
              </a:ext>
            </a:extLst>
          </p:cNvPr>
          <p:cNvSpPr txBox="1"/>
          <p:nvPr/>
        </p:nvSpPr>
        <p:spPr>
          <a:xfrm>
            <a:off x="4710313" y="92208"/>
            <a:ext cx="7246043" cy="707886"/>
          </a:xfrm>
          <a:prstGeom prst="rect">
            <a:avLst/>
          </a:prstGeom>
          <a:noFill/>
        </p:spPr>
        <p:txBody>
          <a:bodyPr wrap="square" rtlCol="0">
            <a:spAutoFit/>
          </a:bodyPr>
          <a:lstStyle/>
          <a:p>
            <a:r>
              <a:rPr lang="de-DE" sz="4000" dirty="0"/>
              <a:t>Quellcode</a:t>
            </a:r>
          </a:p>
        </p:txBody>
      </p:sp>
      <p:pic>
        <p:nvPicPr>
          <p:cNvPr id="4" name="Grafik 3">
            <a:extLst>
              <a:ext uri="{FF2B5EF4-FFF2-40B4-BE49-F238E27FC236}">
                <a16:creationId xmlns:a16="http://schemas.microsoft.com/office/drawing/2014/main" id="{54D651E1-ED41-3441-67C7-F492FBD0D20F}"/>
              </a:ext>
            </a:extLst>
          </p:cNvPr>
          <p:cNvPicPr>
            <a:picLocks noChangeAspect="1"/>
          </p:cNvPicPr>
          <p:nvPr/>
        </p:nvPicPr>
        <p:blipFill>
          <a:blip r:embed="rId2"/>
          <a:stretch>
            <a:fillRect/>
          </a:stretch>
        </p:blipFill>
        <p:spPr>
          <a:xfrm>
            <a:off x="865966" y="1473804"/>
            <a:ext cx="1838582" cy="2419688"/>
          </a:xfrm>
          <a:prstGeom prst="rect">
            <a:avLst/>
          </a:prstGeom>
        </p:spPr>
      </p:pic>
      <p:sp>
        <p:nvSpPr>
          <p:cNvPr id="5" name="Textfeld 4">
            <a:extLst>
              <a:ext uri="{FF2B5EF4-FFF2-40B4-BE49-F238E27FC236}">
                <a16:creationId xmlns:a16="http://schemas.microsoft.com/office/drawing/2014/main" id="{D5F8EA3F-DDCA-33F7-807C-487E858D2883}"/>
              </a:ext>
            </a:extLst>
          </p:cNvPr>
          <p:cNvSpPr txBox="1"/>
          <p:nvPr/>
        </p:nvSpPr>
        <p:spPr>
          <a:xfrm>
            <a:off x="617283" y="3893492"/>
            <a:ext cx="2425593" cy="523220"/>
          </a:xfrm>
          <a:prstGeom prst="rect">
            <a:avLst/>
          </a:prstGeom>
          <a:noFill/>
        </p:spPr>
        <p:txBody>
          <a:bodyPr wrap="square" rtlCol="0">
            <a:spAutoFit/>
          </a:bodyPr>
          <a:lstStyle/>
          <a:p>
            <a:r>
              <a:rPr lang="de-DE" sz="2800" dirty="0">
                <a:solidFill>
                  <a:srgbClr val="FF0000"/>
                </a:solidFill>
              </a:rPr>
              <a:t>DateiName.py</a:t>
            </a:r>
          </a:p>
        </p:txBody>
      </p:sp>
      <p:sp>
        <p:nvSpPr>
          <p:cNvPr id="6" name="Pfeil: nach rechts 5">
            <a:extLst>
              <a:ext uri="{FF2B5EF4-FFF2-40B4-BE49-F238E27FC236}">
                <a16:creationId xmlns:a16="http://schemas.microsoft.com/office/drawing/2014/main" id="{A690498D-8052-81D0-771F-9BC6193065E3}"/>
              </a:ext>
            </a:extLst>
          </p:cNvPr>
          <p:cNvSpPr/>
          <p:nvPr/>
        </p:nvSpPr>
        <p:spPr>
          <a:xfrm>
            <a:off x="3242663" y="1907560"/>
            <a:ext cx="2504995" cy="15521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Starten / Ausführen</a:t>
            </a:r>
          </a:p>
        </p:txBody>
      </p:sp>
      <p:pic>
        <p:nvPicPr>
          <p:cNvPr id="7" name="Picture 2" descr="Logo">
            <a:extLst>
              <a:ext uri="{FF2B5EF4-FFF2-40B4-BE49-F238E27FC236}">
                <a16:creationId xmlns:a16="http://schemas.microsoft.com/office/drawing/2014/main" id="{A65CA467-9ED2-F32E-12E5-08CE6B0E7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1407" y="1947899"/>
            <a:ext cx="1321783" cy="1321783"/>
          </a:xfrm>
          <a:prstGeom prst="rect">
            <a:avLst/>
          </a:prstGeom>
          <a:noFill/>
          <a:extLst>
            <a:ext uri="{909E8E84-426E-40DD-AFC4-6F175D3DCCD1}">
              <a14:hiddenFill xmlns:a14="http://schemas.microsoft.com/office/drawing/2010/main">
                <a:solidFill>
                  <a:srgbClr val="FFFFFF"/>
                </a:solidFill>
              </a14:hiddenFill>
            </a:ext>
          </a:extLst>
        </p:spPr>
      </p:pic>
      <p:sp>
        <p:nvSpPr>
          <p:cNvPr id="10" name="Rechteck 9">
            <a:extLst>
              <a:ext uri="{FF2B5EF4-FFF2-40B4-BE49-F238E27FC236}">
                <a16:creationId xmlns:a16="http://schemas.microsoft.com/office/drawing/2014/main" id="{F2CDC81D-74EF-D4AA-7FCB-414F00477B12}"/>
              </a:ext>
            </a:extLst>
          </p:cNvPr>
          <p:cNvSpPr/>
          <p:nvPr/>
        </p:nvSpPr>
        <p:spPr>
          <a:xfrm>
            <a:off x="865967" y="5239624"/>
            <a:ext cx="1923338" cy="1337431"/>
          </a:xfrm>
          <a:prstGeom prst="rect">
            <a:avLst/>
          </a:prstGeom>
        </p:spPr>
        <p:style>
          <a:lnRef idx="2">
            <a:schemeClr val="accent4"/>
          </a:lnRef>
          <a:fillRef idx="1">
            <a:schemeClr val="lt1"/>
          </a:fillRef>
          <a:effectRef idx="0">
            <a:schemeClr val="accent4"/>
          </a:effectRef>
          <a:fontRef idx="minor">
            <a:schemeClr val="dk1"/>
          </a:fontRef>
        </p:style>
        <p:txBody>
          <a:bodyPr rtlCol="0" anchor="b"/>
          <a:lstStyle/>
          <a:p>
            <a:pPr algn="ctr"/>
            <a:r>
              <a:rPr lang="de-DE" dirty="0"/>
              <a:t>Wir / Entwickler</a:t>
            </a:r>
          </a:p>
        </p:txBody>
      </p:sp>
      <p:pic>
        <p:nvPicPr>
          <p:cNvPr id="9" name="Grafik 8" descr="Gruppe mit einfarbiger Füllung">
            <a:extLst>
              <a:ext uri="{FF2B5EF4-FFF2-40B4-BE49-F238E27FC236}">
                <a16:creationId xmlns:a16="http://schemas.microsoft.com/office/drawing/2014/main" id="{B714AD2F-A008-AF8E-1F28-7739E8C962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2826" y="5132934"/>
            <a:ext cx="1554505" cy="1337431"/>
          </a:xfrm>
          <a:prstGeom prst="rect">
            <a:avLst/>
          </a:prstGeom>
        </p:spPr>
      </p:pic>
      <p:sp>
        <p:nvSpPr>
          <p:cNvPr id="11" name="Pfeil: nach oben 10">
            <a:extLst>
              <a:ext uri="{FF2B5EF4-FFF2-40B4-BE49-F238E27FC236}">
                <a16:creationId xmlns:a16="http://schemas.microsoft.com/office/drawing/2014/main" id="{15EA9A2F-D3B2-F2CC-E081-855FD2AE33D2}"/>
              </a:ext>
            </a:extLst>
          </p:cNvPr>
          <p:cNvSpPr/>
          <p:nvPr/>
        </p:nvSpPr>
        <p:spPr>
          <a:xfrm>
            <a:off x="905436" y="4434574"/>
            <a:ext cx="1759642" cy="591670"/>
          </a:xfrm>
          <a:prstGeom prst="upArrow">
            <a:avLst>
              <a:gd name="adj1" fmla="val 10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schreiben</a:t>
            </a:r>
          </a:p>
        </p:txBody>
      </p:sp>
      <p:pic>
        <p:nvPicPr>
          <p:cNvPr id="14" name="Grafik 13" descr="Zahnräder mit einfarbiger Füllung">
            <a:extLst>
              <a:ext uri="{FF2B5EF4-FFF2-40B4-BE49-F238E27FC236}">
                <a16:creationId xmlns:a16="http://schemas.microsoft.com/office/drawing/2014/main" id="{08A0CD72-7BD1-EB7F-C3A8-BFCD3ED8A37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66296" y="2032416"/>
            <a:ext cx="1676650" cy="1676650"/>
          </a:xfrm>
          <a:prstGeom prst="rect">
            <a:avLst/>
          </a:prstGeom>
        </p:spPr>
      </p:pic>
      <p:pic>
        <p:nvPicPr>
          <p:cNvPr id="16" name="Grafik 15" descr="Computer Silhouette">
            <a:extLst>
              <a:ext uri="{FF2B5EF4-FFF2-40B4-BE49-F238E27FC236}">
                <a16:creationId xmlns:a16="http://schemas.microsoft.com/office/drawing/2014/main" id="{CD14BA0E-5D74-F6BB-4E2F-8CE846375D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02727" y="246848"/>
            <a:ext cx="5771990" cy="5771990"/>
          </a:xfrm>
          <a:prstGeom prst="rect">
            <a:avLst/>
          </a:prstGeom>
        </p:spPr>
      </p:pic>
    </p:spTree>
    <p:extLst>
      <p:ext uri="{BB962C8B-B14F-4D97-AF65-F5344CB8AC3E}">
        <p14:creationId xmlns:p14="http://schemas.microsoft.com/office/powerpoint/2010/main" val="841498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101FFE9-D903-CE31-00FB-CEC0BFD22909}"/>
              </a:ext>
            </a:extLst>
          </p:cNvPr>
          <p:cNvPicPr>
            <a:picLocks noChangeAspect="1"/>
          </p:cNvPicPr>
          <p:nvPr/>
        </p:nvPicPr>
        <p:blipFill>
          <a:blip r:embed="rId2"/>
          <a:stretch>
            <a:fillRect/>
          </a:stretch>
        </p:blipFill>
        <p:spPr>
          <a:xfrm>
            <a:off x="3844347" y="1287881"/>
            <a:ext cx="7489371" cy="4115510"/>
          </a:xfrm>
          <a:prstGeom prst="rect">
            <a:avLst/>
          </a:prstGeom>
        </p:spPr>
      </p:pic>
      <p:sp>
        <p:nvSpPr>
          <p:cNvPr id="4" name="Textfeld 3">
            <a:extLst>
              <a:ext uri="{FF2B5EF4-FFF2-40B4-BE49-F238E27FC236}">
                <a16:creationId xmlns:a16="http://schemas.microsoft.com/office/drawing/2014/main" id="{F0234DDD-E7E3-5C10-A8F9-8E6CE8EABD69}"/>
              </a:ext>
            </a:extLst>
          </p:cNvPr>
          <p:cNvSpPr txBox="1"/>
          <p:nvPr/>
        </p:nvSpPr>
        <p:spPr>
          <a:xfrm>
            <a:off x="4656524" y="84524"/>
            <a:ext cx="7222992" cy="769441"/>
          </a:xfrm>
          <a:prstGeom prst="rect">
            <a:avLst/>
          </a:prstGeom>
          <a:noFill/>
        </p:spPr>
        <p:txBody>
          <a:bodyPr wrap="square" rtlCol="0">
            <a:spAutoFit/>
          </a:bodyPr>
          <a:lstStyle/>
          <a:p>
            <a:r>
              <a:rPr lang="de-DE" sz="4400" dirty="0"/>
              <a:t>Visual Studio Code</a:t>
            </a:r>
          </a:p>
        </p:txBody>
      </p:sp>
      <p:pic>
        <p:nvPicPr>
          <p:cNvPr id="5" name="Grafik 4">
            <a:extLst>
              <a:ext uri="{FF2B5EF4-FFF2-40B4-BE49-F238E27FC236}">
                <a16:creationId xmlns:a16="http://schemas.microsoft.com/office/drawing/2014/main" id="{E9B1AFE5-ED3E-6D6C-CEEB-926164463E0B}"/>
              </a:ext>
            </a:extLst>
          </p:cNvPr>
          <p:cNvPicPr>
            <a:picLocks noChangeAspect="1"/>
          </p:cNvPicPr>
          <p:nvPr/>
        </p:nvPicPr>
        <p:blipFill>
          <a:blip r:embed="rId3"/>
          <a:stretch>
            <a:fillRect/>
          </a:stretch>
        </p:blipFill>
        <p:spPr>
          <a:xfrm>
            <a:off x="858282" y="1496856"/>
            <a:ext cx="1838582" cy="2419688"/>
          </a:xfrm>
          <a:prstGeom prst="rect">
            <a:avLst/>
          </a:prstGeom>
        </p:spPr>
      </p:pic>
      <p:sp>
        <p:nvSpPr>
          <p:cNvPr id="6" name="Textfeld 5">
            <a:extLst>
              <a:ext uri="{FF2B5EF4-FFF2-40B4-BE49-F238E27FC236}">
                <a16:creationId xmlns:a16="http://schemas.microsoft.com/office/drawing/2014/main" id="{77552FB9-021D-5FFA-FEAF-625A524E4262}"/>
              </a:ext>
            </a:extLst>
          </p:cNvPr>
          <p:cNvSpPr txBox="1"/>
          <p:nvPr/>
        </p:nvSpPr>
        <p:spPr>
          <a:xfrm>
            <a:off x="609599" y="3916544"/>
            <a:ext cx="2425593" cy="523220"/>
          </a:xfrm>
          <a:prstGeom prst="rect">
            <a:avLst/>
          </a:prstGeom>
          <a:noFill/>
        </p:spPr>
        <p:txBody>
          <a:bodyPr wrap="square" rtlCol="0">
            <a:spAutoFit/>
          </a:bodyPr>
          <a:lstStyle/>
          <a:p>
            <a:r>
              <a:rPr lang="de-DE" sz="2800" dirty="0">
                <a:solidFill>
                  <a:srgbClr val="FF0000"/>
                </a:solidFill>
              </a:rPr>
              <a:t>DateiName.py</a:t>
            </a:r>
          </a:p>
        </p:txBody>
      </p:sp>
      <p:cxnSp>
        <p:nvCxnSpPr>
          <p:cNvPr id="8" name="Gerade Verbindung mit Pfeil 7">
            <a:extLst>
              <a:ext uri="{FF2B5EF4-FFF2-40B4-BE49-F238E27FC236}">
                <a16:creationId xmlns:a16="http://schemas.microsoft.com/office/drawing/2014/main" id="{1F6A0715-49A7-3E65-FDAE-A9893E5CB2B0}"/>
              </a:ext>
            </a:extLst>
          </p:cNvPr>
          <p:cNvCxnSpPr>
            <a:stCxn id="5" idx="3"/>
          </p:cNvCxnSpPr>
          <p:nvPr/>
        </p:nvCxnSpPr>
        <p:spPr>
          <a:xfrm flipV="1">
            <a:off x="2696864" y="1967113"/>
            <a:ext cx="1467882" cy="739587"/>
          </a:xfrm>
          <a:prstGeom prst="straightConnector1">
            <a:avLst/>
          </a:prstGeom>
          <a:ln w="57150">
            <a:tailEnd type="triangle"/>
          </a:ln>
        </p:spPr>
        <p:style>
          <a:lnRef idx="3">
            <a:schemeClr val="accent4"/>
          </a:lnRef>
          <a:fillRef idx="0">
            <a:schemeClr val="accent4"/>
          </a:fillRef>
          <a:effectRef idx="2">
            <a:schemeClr val="accent4"/>
          </a:effectRef>
          <a:fontRef idx="minor">
            <a:schemeClr val="tx1"/>
          </a:fontRef>
        </p:style>
      </p:cxnSp>
      <p:sp>
        <p:nvSpPr>
          <p:cNvPr id="9" name="Legende: mit Pfeil nach oben 8">
            <a:extLst>
              <a:ext uri="{FF2B5EF4-FFF2-40B4-BE49-F238E27FC236}">
                <a16:creationId xmlns:a16="http://schemas.microsoft.com/office/drawing/2014/main" id="{C1433088-7E52-38C8-AFC0-D0BB2BFA3AB6}"/>
              </a:ext>
            </a:extLst>
          </p:cNvPr>
          <p:cNvSpPr/>
          <p:nvPr/>
        </p:nvSpPr>
        <p:spPr>
          <a:xfrm>
            <a:off x="9312818" y="1738512"/>
            <a:ext cx="2830055" cy="968188"/>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Ausführen / Starten</a:t>
            </a:r>
          </a:p>
        </p:txBody>
      </p:sp>
    </p:spTree>
    <p:extLst>
      <p:ext uri="{BB962C8B-B14F-4D97-AF65-F5344CB8AC3E}">
        <p14:creationId xmlns:p14="http://schemas.microsoft.com/office/powerpoint/2010/main" val="408687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DE74FD-B65A-72AC-22EC-C62D9722E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0427" y="4313063"/>
            <a:ext cx="2381250" cy="2381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76BE02FB-0D53-FA9A-832C-A58237BAB646}"/>
              </a:ext>
            </a:extLst>
          </p:cNvPr>
          <p:cNvSpPr txBox="1"/>
          <p:nvPr/>
        </p:nvSpPr>
        <p:spPr>
          <a:xfrm>
            <a:off x="4671892" y="107576"/>
            <a:ext cx="7315200" cy="707886"/>
          </a:xfrm>
          <a:prstGeom prst="rect">
            <a:avLst/>
          </a:prstGeom>
          <a:noFill/>
        </p:spPr>
        <p:txBody>
          <a:bodyPr wrap="square" rtlCol="0">
            <a:spAutoFit/>
          </a:bodyPr>
          <a:lstStyle/>
          <a:p>
            <a:r>
              <a:rPr lang="de-DE" sz="4000" b="1" dirty="0">
                <a:solidFill>
                  <a:srgbClr val="FF0000"/>
                </a:solidFill>
              </a:rPr>
              <a:t>Aufgabe</a:t>
            </a:r>
          </a:p>
        </p:txBody>
      </p:sp>
      <p:graphicFrame>
        <p:nvGraphicFramePr>
          <p:cNvPr id="3" name="Diagramm 2">
            <a:extLst>
              <a:ext uri="{FF2B5EF4-FFF2-40B4-BE49-F238E27FC236}">
                <a16:creationId xmlns:a16="http://schemas.microsoft.com/office/drawing/2014/main" id="{95B75CD1-3D2E-74B8-817F-DF56D8A636D3}"/>
              </a:ext>
            </a:extLst>
          </p:cNvPr>
          <p:cNvGraphicFramePr/>
          <p:nvPr>
            <p:extLst>
              <p:ext uri="{D42A27DB-BD31-4B8C-83A1-F6EECF244321}">
                <p14:modId xmlns:p14="http://schemas.microsoft.com/office/powerpoint/2010/main" val="966559944"/>
              </p:ext>
            </p:extLst>
          </p:nvPr>
        </p:nvGraphicFramePr>
        <p:xfrm>
          <a:off x="437071" y="1436915"/>
          <a:ext cx="10225177" cy="44865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5446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D11C46AB-DE78-EF22-11F4-8719108BB497}"/>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B8595508-1905-690B-C0CD-FB1AD362990A}"/>
              </a:ext>
            </a:extLst>
          </p:cNvPr>
          <p:cNvSpPr/>
          <p:nvPr/>
        </p:nvSpPr>
        <p:spPr>
          <a:xfrm>
            <a:off x="507147" y="3982841"/>
            <a:ext cx="3204242" cy="99124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print</a:t>
            </a:r>
            <a:endParaRPr lang="de-DE" sz="5400" dirty="0"/>
          </a:p>
        </p:txBody>
      </p:sp>
      <p:sp>
        <p:nvSpPr>
          <p:cNvPr id="4" name="Halbbogen 3">
            <a:extLst>
              <a:ext uri="{FF2B5EF4-FFF2-40B4-BE49-F238E27FC236}">
                <a16:creationId xmlns:a16="http://schemas.microsoft.com/office/drawing/2014/main" id="{BCCE1A05-370B-3BBC-94A4-568E90AEF99A}"/>
              </a:ext>
            </a:extLst>
          </p:cNvPr>
          <p:cNvSpPr/>
          <p:nvPr/>
        </p:nvSpPr>
        <p:spPr>
          <a:xfrm rot="16200000">
            <a:off x="3573076" y="3817635"/>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5" name="Halbbogen 4">
            <a:extLst>
              <a:ext uri="{FF2B5EF4-FFF2-40B4-BE49-F238E27FC236}">
                <a16:creationId xmlns:a16="http://schemas.microsoft.com/office/drawing/2014/main" id="{C0E1B858-14D2-D4C4-47F7-FD672658F097}"/>
              </a:ext>
            </a:extLst>
          </p:cNvPr>
          <p:cNvSpPr/>
          <p:nvPr/>
        </p:nvSpPr>
        <p:spPr>
          <a:xfrm rot="5400000">
            <a:off x="9980279" y="3817635"/>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6" name="Rechteck 5">
            <a:extLst>
              <a:ext uri="{FF2B5EF4-FFF2-40B4-BE49-F238E27FC236}">
                <a16:creationId xmlns:a16="http://schemas.microsoft.com/office/drawing/2014/main" id="{B7DEACD7-441A-597B-BE6C-965EA57EEC50}"/>
              </a:ext>
            </a:extLst>
          </p:cNvPr>
          <p:cNvSpPr/>
          <p:nvPr/>
        </p:nvSpPr>
        <p:spPr>
          <a:xfrm>
            <a:off x="4910097" y="3539088"/>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80621648-C510-6302-1B98-F09D9ADA4AA6}"/>
              </a:ext>
            </a:extLst>
          </p:cNvPr>
          <p:cNvSpPr/>
          <p:nvPr/>
        </p:nvSpPr>
        <p:spPr>
          <a:xfrm>
            <a:off x="5244352" y="3546772"/>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0B3F7DAE-B4A7-2C1F-CFF9-AA93F0EAB33E}"/>
              </a:ext>
            </a:extLst>
          </p:cNvPr>
          <p:cNvSpPr/>
          <p:nvPr/>
        </p:nvSpPr>
        <p:spPr>
          <a:xfrm>
            <a:off x="10087854" y="3444959"/>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5B006AA6-675E-E704-1CCE-4E39C43E97A5}"/>
              </a:ext>
            </a:extLst>
          </p:cNvPr>
          <p:cNvSpPr/>
          <p:nvPr/>
        </p:nvSpPr>
        <p:spPr>
          <a:xfrm>
            <a:off x="10422109" y="3452643"/>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feld 9">
            <a:extLst>
              <a:ext uri="{FF2B5EF4-FFF2-40B4-BE49-F238E27FC236}">
                <a16:creationId xmlns:a16="http://schemas.microsoft.com/office/drawing/2014/main" id="{26C203B2-A7DE-C9F9-2083-9A2D65C68B4F}"/>
              </a:ext>
            </a:extLst>
          </p:cNvPr>
          <p:cNvSpPr txBox="1"/>
          <p:nvPr/>
        </p:nvSpPr>
        <p:spPr>
          <a:xfrm>
            <a:off x="5944879" y="3573666"/>
            <a:ext cx="3626864" cy="1862048"/>
          </a:xfrm>
          <a:prstGeom prst="rect">
            <a:avLst/>
          </a:prstGeom>
          <a:noFill/>
        </p:spPr>
        <p:txBody>
          <a:bodyPr wrap="square" rtlCol="0">
            <a:spAutoFit/>
          </a:bodyPr>
          <a:lstStyle/>
          <a:p>
            <a:r>
              <a:rPr lang="de-DE" sz="11500" dirty="0"/>
              <a:t>TEXT</a:t>
            </a:r>
          </a:p>
        </p:txBody>
      </p:sp>
      <p:sp>
        <p:nvSpPr>
          <p:cNvPr id="13" name="Textfeld 12">
            <a:extLst>
              <a:ext uri="{FF2B5EF4-FFF2-40B4-BE49-F238E27FC236}">
                <a16:creationId xmlns:a16="http://schemas.microsoft.com/office/drawing/2014/main" id="{8AE63393-A626-FAF7-CC61-2C4419901B50}"/>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Gibt den Text auf den Bildschirm aus</a:t>
            </a:r>
          </a:p>
        </p:txBody>
      </p:sp>
    </p:spTree>
    <p:extLst>
      <p:ext uri="{BB962C8B-B14F-4D97-AF65-F5344CB8AC3E}">
        <p14:creationId xmlns:p14="http://schemas.microsoft.com/office/powerpoint/2010/main" val="1701607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B11F-1FD9-1435-C736-6830ED311E1D}"/>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6FB49F8D-0BED-FE9F-C610-4BD1BF81FD37}"/>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DF1B32D7-96AA-8307-2C0F-FA090E77CE7C}"/>
              </a:ext>
            </a:extLst>
          </p:cNvPr>
          <p:cNvSpPr/>
          <p:nvPr/>
        </p:nvSpPr>
        <p:spPr>
          <a:xfrm>
            <a:off x="607040" y="4635984"/>
            <a:ext cx="3204242" cy="99124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print</a:t>
            </a:r>
            <a:endParaRPr lang="de-DE" sz="5400" dirty="0"/>
          </a:p>
        </p:txBody>
      </p:sp>
      <p:sp>
        <p:nvSpPr>
          <p:cNvPr id="4" name="Halbbogen 3">
            <a:extLst>
              <a:ext uri="{FF2B5EF4-FFF2-40B4-BE49-F238E27FC236}">
                <a16:creationId xmlns:a16="http://schemas.microsoft.com/office/drawing/2014/main" id="{8137960F-FCA3-8EAD-621F-F5643EC703D7}"/>
              </a:ext>
            </a:extLst>
          </p:cNvPr>
          <p:cNvSpPr/>
          <p:nvPr/>
        </p:nvSpPr>
        <p:spPr>
          <a:xfrm rot="16200000">
            <a:off x="3742124" y="4480382"/>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5" name="Halbbogen 4">
            <a:extLst>
              <a:ext uri="{FF2B5EF4-FFF2-40B4-BE49-F238E27FC236}">
                <a16:creationId xmlns:a16="http://schemas.microsoft.com/office/drawing/2014/main" id="{B228630A-3865-C24C-8AEF-FB97E1EACC0C}"/>
              </a:ext>
            </a:extLst>
          </p:cNvPr>
          <p:cNvSpPr/>
          <p:nvPr/>
        </p:nvSpPr>
        <p:spPr>
          <a:xfrm rot="5400000">
            <a:off x="10080172" y="4470778"/>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DAADB1C3-D1C1-9472-E53D-94DB42E55543}"/>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Variable =&gt; Speicher    |   Formatierte Ausgabe</a:t>
            </a:r>
          </a:p>
        </p:txBody>
      </p:sp>
      <p:sp>
        <p:nvSpPr>
          <p:cNvPr id="11" name="Textfeld 10">
            <a:extLst>
              <a:ext uri="{FF2B5EF4-FFF2-40B4-BE49-F238E27FC236}">
                <a16:creationId xmlns:a16="http://schemas.microsoft.com/office/drawing/2014/main" id="{4D0E2D1E-0881-A404-0B62-735F07A47D0A}"/>
              </a:ext>
            </a:extLst>
          </p:cNvPr>
          <p:cNvSpPr txBox="1"/>
          <p:nvPr/>
        </p:nvSpPr>
        <p:spPr>
          <a:xfrm>
            <a:off x="328494" y="2474852"/>
            <a:ext cx="8779005" cy="1015663"/>
          </a:xfrm>
          <a:prstGeom prst="rect">
            <a:avLst/>
          </a:prstGeom>
          <a:noFill/>
        </p:spPr>
        <p:txBody>
          <a:bodyPr wrap="square" rtlCol="0">
            <a:spAutoFit/>
          </a:bodyPr>
          <a:lstStyle/>
          <a:p>
            <a:r>
              <a:rPr lang="de-DE" sz="6000" dirty="0"/>
              <a:t>Name=Wert</a:t>
            </a:r>
          </a:p>
        </p:txBody>
      </p:sp>
      <p:sp>
        <p:nvSpPr>
          <p:cNvPr id="15" name="Rechteck 14">
            <a:extLst>
              <a:ext uri="{FF2B5EF4-FFF2-40B4-BE49-F238E27FC236}">
                <a16:creationId xmlns:a16="http://schemas.microsoft.com/office/drawing/2014/main" id="{D039B680-0330-5E15-8E3B-E4F49C731AC6}"/>
              </a:ext>
            </a:extLst>
          </p:cNvPr>
          <p:cNvSpPr/>
          <p:nvPr/>
        </p:nvSpPr>
        <p:spPr>
          <a:xfrm>
            <a:off x="5506251" y="4039141"/>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AA14E0C5-00E9-6344-2A4A-56B7158EE22A}"/>
              </a:ext>
            </a:extLst>
          </p:cNvPr>
          <p:cNvSpPr/>
          <p:nvPr/>
        </p:nvSpPr>
        <p:spPr>
          <a:xfrm>
            <a:off x="5840506" y="4046825"/>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47918ED0-692D-F09D-6E0A-A817EAC5E618}"/>
              </a:ext>
            </a:extLst>
          </p:cNvPr>
          <p:cNvSpPr/>
          <p:nvPr/>
        </p:nvSpPr>
        <p:spPr>
          <a:xfrm>
            <a:off x="10280598" y="4150010"/>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899A2E50-53D7-C121-C59D-19DBCD1B29F7}"/>
              </a:ext>
            </a:extLst>
          </p:cNvPr>
          <p:cNvSpPr/>
          <p:nvPr/>
        </p:nvSpPr>
        <p:spPr>
          <a:xfrm>
            <a:off x="10614853" y="4157694"/>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CB59C911-2BC6-FD13-8A0B-9E771EE93EC7}"/>
              </a:ext>
            </a:extLst>
          </p:cNvPr>
          <p:cNvSpPr txBox="1"/>
          <p:nvPr/>
        </p:nvSpPr>
        <p:spPr>
          <a:xfrm>
            <a:off x="6134098" y="4703894"/>
            <a:ext cx="1488141" cy="923330"/>
          </a:xfrm>
          <a:prstGeom prst="rect">
            <a:avLst/>
          </a:prstGeom>
          <a:noFill/>
        </p:spPr>
        <p:txBody>
          <a:bodyPr wrap="square" rtlCol="0">
            <a:spAutoFit/>
          </a:bodyPr>
          <a:lstStyle/>
          <a:p>
            <a:r>
              <a:rPr lang="de-DE" sz="5400" dirty="0"/>
              <a:t>ABC</a:t>
            </a:r>
          </a:p>
        </p:txBody>
      </p:sp>
      <p:sp>
        <p:nvSpPr>
          <p:cNvPr id="20" name="Rechteck 19">
            <a:extLst>
              <a:ext uri="{FF2B5EF4-FFF2-40B4-BE49-F238E27FC236}">
                <a16:creationId xmlns:a16="http://schemas.microsoft.com/office/drawing/2014/main" id="{A6727091-B188-DD70-992D-38B26E24FCE0}"/>
              </a:ext>
            </a:extLst>
          </p:cNvPr>
          <p:cNvSpPr/>
          <p:nvPr/>
        </p:nvSpPr>
        <p:spPr>
          <a:xfrm>
            <a:off x="4869113" y="4295964"/>
            <a:ext cx="475132" cy="166684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a:t>f</a:t>
            </a:r>
          </a:p>
        </p:txBody>
      </p:sp>
      <p:sp>
        <p:nvSpPr>
          <p:cNvPr id="21" name="Geschweifte Klammer links 20">
            <a:extLst>
              <a:ext uri="{FF2B5EF4-FFF2-40B4-BE49-F238E27FC236}">
                <a16:creationId xmlns:a16="http://schemas.microsoft.com/office/drawing/2014/main" id="{42D525FF-B9A1-401C-AB40-21F6AB748C36}"/>
              </a:ext>
            </a:extLst>
          </p:cNvPr>
          <p:cNvSpPr/>
          <p:nvPr/>
        </p:nvSpPr>
        <p:spPr>
          <a:xfrm>
            <a:off x="7617758" y="4605578"/>
            <a:ext cx="461042" cy="1015663"/>
          </a:xfrm>
          <a:prstGeom prst="leftBrace">
            <a:avLst/>
          </a:prstGeom>
          <a:ln w="57150"/>
        </p:spPr>
        <p:style>
          <a:lnRef idx="2">
            <a:schemeClr val="accent2"/>
          </a:lnRef>
          <a:fillRef idx="0">
            <a:schemeClr val="accent2"/>
          </a:fillRef>
          <a:effectRef idx="1">
            <a:schemeClr val="accent2"/>
          </a:effectRef>
          <a:fontRef idx="minor">
            <a:schemeClr val="tx1"/>
          </a:fontRef>
        </p:style>
        <p:txBody>
          <a:bodyPr rtlCol="0" anchor="ctr"/>
          <a:lstStyle/>
          <a:p>
            <a:pPr algn="ctr"/>
            <a:endParaRPr lang="de-DE"/>
          </a:p>
        </p:txBody>
      </p:sp>
      <p:sp>
        <p:nvSpPr>
          <p:cNvPr id="23" name="Textfeld 22">
            <a:extLst>
              <a:ext uri="{FF2B5EF4-FFF2-40B4-BE49-F238E27FC236}">
                <a16:creationId xmlns:a16="http://schemas.microsoft.com/office/drawing/2014/main" id="{9BCF7F1B-7A90-B3DF-24E2-2089DA32C93E}"/>
              </a:ext>
            </a:extLst>
          </p:cNvPr>
          <p:cNvSpPr txBox="1"/>
          <p:nvPr/>
        </p:nvSpPr>
        <p:spPr>
          <a:xfrm>
            <a:off x="7992514" y="4851799"/>
            <a:ext cx="1997849" cy="769441"/>
          </a:xfrm>
          <a:prstGeom prst="rect">
            <a:avLst/>
          </a:prstGeom>
          <a:noFill/>
        </p:spPr>
        <p:txBody>
          <a:bodyPr wrap="square">
            <a:spAutoFit/>
          </a:bodyPr>
          <a:lstStyle/>
          <a:p>
            <a:r>
              <a:rPr lang="de-DE" sz="4400" dirty="0"/>
              <a:t>Name</a:t>
            </a:r>
            <a:endParaRPr lang="de-DE" sz="4400" b="1" dirty="0"/>
          </a:p>
        </p:txBody>
      </p:sp>
      <p:sp>
        <p:nvSpPr>
          <p:cNvPr id="24" name="Geschweifte Klammer links 23">
            <a:extLst>
              <a:ext uri="{FF2B5EF4-FFF2-40B4-BE49-F238E27FC236}">
                <a16:creationId xmlns:a16="http://schemas.microsoft.com/office/drawing/2014/main" id="{7E769E4F-5FB0-8FAA-1829-3CB921A22139}"/>
              </a:ext>
            </a:extLst>
          </p:cNvPr>
          <p:cNvSpPr/>
          <p:nvPr/>
        </p:nvSpPr>
        <p:spPr>
          <a:xfrm rot="10800000">
            <a:off x="9819556" y="4584707"/>
            <a:ext cx="461042" cy="1015663"/>
          </a:xfrm>
          <a:prstGeom prst="leftBrace">
            <a:avLst/>
          </a:prstGeom>
          <a:ln w="57150"/>
        </p:spPr>
        <p:style>
          <a:lnRef idx="2">
            <a:schemeClr val="accent2"/>
          </a:lnRef>
          <a:fillRef idx="0">
            <a:schemeClr val="accent2"/>
          </a:fillRef>
          <a:effectRef idx="1">
            <a:schemeClr val="accent2"/>
          </a:effectRef>
          <a:fontRef idx="minor">
            <a:schemeClr val="tx1"/>
          </a:fontRef>
        </p:style>
        <p:txBody>
          <a:bodyPr rtlCol="0" anchor="ctr"/>
          <a:lstStyle/>
          <a:p>
            <a:pPr algn="ctr"/>
            <a:endParaRPr lang="de-DE"/>
          </a:p>
        </p:txBody>
      </p:sp>
      <p:sp>
        <p:nvSpPr>
          <p:cNvPr id="33" name="Freihandform: Form 32">
            <a:extLst>
              <a:ext uri="{FF2B5EF4-FFF2-40B4-BE49-F238E27FC236}">
                <a16:creationId xmlns:a16="http://schemas.microsoft.com/office/drawing/2014/main" id="{81A0C463-DB4E-906E-5F6C-0910E281ABFD}"/>
              </a:ext>
            </a:extLst>
          </p:cNvPr>
          <p:cNvSpPr/>
          <p:nvPr/>
        </p:nvSpPr>
        <p:spPr>
          <a:xfrm>
            <a:off x="1726985" y="3350241"/>
            <a:ext cx="6809977" cy="1605963"/>
          </a:xfrm>
          <a:custGeom>
            <a:avLst/>
            <a:gdLst>
              <a:gd name="connsiteX0" fmla="*/ 0 w 5086830"/>
              <a:gd name="connsiteY0" fmla="*/ 180430 h 1678817"/>
              <a:gd name="connsiteX1" fmla="*/ 3503920 w 5086830"/>
              <a:gd name="connsiteY1" fmla="*/ 134326 h 1678817"/>
              <a:gd name="connsiteX2" fmla="*/ 5086830 w 5086830"/>
              <a:gd name="connsiteY2" fmla="*/ 1678817 h 1678817"/>
              <a:gd name="connsiteX0" fmla="*/ 0 w 5086830"/>
              <a:gd name="connsiteY0" fmla="*/ 36271 h 1534658"/>
              <a:gd name="connsiteX1" fmla="*/ 2543415 w 5086830"/>
              <a:gd name="connsiteY1" fmla="*/ 474261 h 1534658"/>
              <a:gd name="connsiteX2" fmla="*/ 5086830 w 5086830"/>
              <a:gd name="connsiteY2" fmla="*/ 1534658 h 1534658"/>
              <a:gd name="connsiteX0" fmla="*/ 0 w 4395267"/>
              <a:gd name="connsiteY0" fmla="*/ 39461 h 1499427"/>
              <a:gd name="connsiteX1" fmla="*/ 1851852 w 4395267"/>
              <a:gd name="connsiteY1" fmla="*/ 439030 h 1499427"/>
              <a:gd name="connsiteX2" fmla="*/ 4395267 w 4395267"/>
              <a:gd name="connsiteY2" fmla="*/ 1499427 h 1499427"/>
              <a:gd name="connsiteX0" fmla="*/ 0 w 4395267"/>
              <a:gd name="connsiteY0" fmla="*/ 0 h 1459966"/>
              <a:gd name="connsiteX1" fmla="*/ 1851852 w 4395267"/>
              <a:gd name="connsiteY1" fmla="*/ 399569 h 1459966"/>
              <a:gd name="connsiteX2" fmla="*/ 4395267 w 4395267"/>
              <a:gd name="connsiteY2" fmla="*/ 1459966 h 1459966"/>
              <a:gd name="connsiteX0" fmla="*/ 0 w 4549910"/>
              <a:gd name="connsiteY0" fmla="*/ 0 h 1459966"/>
              <a:gd name="connsiteX1" fmla="*/ 4187799 w 4549910"/>
              <a:gd name="connsiteY1" fmla="*/ 92208 h 1459966"/>
              <a:gd name="connsiteX2" fmla="*/ 4395267 w 4549910"/>
              <a:gd name="connsiteY2" fmla="*/ 1459966 h 1459966"/>
              <a:gd name="connsiteX0" fmla="*/ 0 w 5970494"/>
              <a:gd name="connsiteY0" fmla="*/ 0 h 1605963"/>
              <a:gd name="connsiteX1" fmla="*/ 4187799 w 5970494"/>
              <a:gd name="connsiteY1" fmla="*/ 92208 h 1605963"/>
              <a:gd name="connsiteX2" fmla="*/ 5970494 w 5970494"/>
              <a:gd name="connsiteY2" fmla="*/ 1605963 h 1605963"/>
              <a:gd name="connsiteX0" fmla="*/ 0 w 5970494"/>
              <a:gd name="connsiteY0" fmla="*/ 0 h 1605963"/>
              <a:gd name="connsiteX1" fmla="*/ 4187799 w 5970494"/>
              <a:gd name="connsiteY1" fmla="*/ 92208 h 1605963"/>
              <a:gd name="connsiteX2" fmla="*/ 5970494 w 5970494"/>
              <a:gd name="connsiteY2" fmla="*/ 1605963 h 1605963"/>
              <a:gd name="connsiteX0" fmla="*/ 0 w 5970494"/>
              <a:gd name="connsiteY0" fmla="*/ 0 h 1605963"/>
              <a:gd name="connsiteX1" fmla="*/ 4187799 w 5970494"/>
              <a:gd name="connsiteY1" fmla="*/ 92208 h 1605963"/>
              <a:gd name="connsiteX2" fmla="*/ 5970494 w 5970494"/>
              <a:gd name="connsiteY2" fmla="*/ 1605963 h 1605963"/>
              <a:gd name="connsiteX0" fmla="*/ 0 w 5970494"/>
              <a:gd name="connsiteY0" fmla="*/ 0 h 1605963"/>
              <a:gd name="connsiteX1" fmla="*/ 4072538 w 5970494"/>
              <a:gd name="connsiteY1" fmla="*/ 330413 h 1605963"/>
              <a:gd name="connsiteX2" fmla="*/ 5970494 w 5970494"/>
              <a:gd name="connsiteY2" fmla="*/ 1605963 h 1605963"/>
              <a:gd name="connsiteX0" fmla="*/ 0 w 5970494"/>
              <a:gd name="connsiteY0" fmla="*/ 0 h 1605963"/>
              <a:gd name="connsiteX1" fmla="*/ 4072538 w 5970494"/>
              <a:gd name="connsiteY1" fmla="*/ 330413 h 1605963"/>
              <a:gd name="connsiteX2" fmla="*/ 5970494 w 5970494"/>
              <a:gd name="connsiteY2" fmla="*/ 1605963 h 1605963"/>
            </a:gdLst>
            <a:ahLst/>
            <a:cxnLst>
              <a:cxn ang="0">
                <a:pos x="connsiteX0" y="connsiteY0"/>
              </a:cxn>
              <a:cxn ang="0">
                <a:pos x="connsiteX1" y="connsiteY1"/>
              </a:cxn>
              <a:cxn ang="0">
                <a:pos x="connsiteX2" y="connsiteY2"/>
              </a:cxn>
            </a:cxnLst>
            <a:rect l="l" t="t" r="r" b="b"/>
            <a:pathLst>
              <a:path w="5970494" h="1605963">
                <a:moveTo>
                  <a:pt x="0" y="0"/>
                </a:moveTo>
                <a:cubicBezTo>
                  <a:pt x="867015" y="989319"/>
                  <a:pt x="2809795" y="526356"/>
                  <a:pt x="4072538" y="330413"/>
                </a:cubicBezTo>
                <a:cubicBezTo>
                  <a:pt x="5189284" y="103734"/>
                  <a:pt x="5807849" y="-297116"/>
                  <a:pt x="5970494" y="1605963"/>
                </a:cubicBezTo>
              </a:path>
            </a:pathLst>
          </a:custGeom>
          <a:noFill/>
          <a:ln w="762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107669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24B14-982B-DCA0-65A4-653EA7198186}"/>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D973EFBB-D46A-1392-C62D-6A4C5E0B7723}"/>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82CA3587-2CE2-AF5D-8FD5-355D6AB1926B}"/>
              </a:ext>
            </a:extLst>
          </p:cNvPr>
          <p:cNvSpPr/>
          <p:nvPr/>
        </p:nvSpPr>
        <p:spPr>
          <a:xfrm>
            <a:off x="607040" y="4635984"/>
            <a:ext cx="3204242" cy="99124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print</a:t>
            </a:r>
            <a:endParaRPr lang="de-DE" sz="5400" dirty="0"/>
          </a:p>
        </p:txBody>
      </p:sp>
      <p:sp>
        <p:nvSpPr>
          <p:cNvPr id="4" name="Halbbogen 3">
            <a:extLst>
              <a:ext uri="{FF2B5EF4-FFF2-40B4-BE49-F238E27FC236}">
                <a16:creationId xmlns:a16="http://schemas.microsoft.com/office/drawing/2014/main" id="{95332D9B-33F3-F3EC-B6E0-A0AA698CDCCF}"/>
              </a:ext>
            </a:extLst>
          </p:cNvPr>
          <p:cNvSpPr/>
          <p:nvPr/>
        </p:nvSpPr>
        <p:spPr>
          <a:xfrm rot="16200000">
            <a:off x="3742124" y="4480382"/>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5" name="Halbbogen 4">
            <a:extLst>
              <a:ext uri="{FF2B5EF4-FFF2-40B4-BE49-F238E27FC236}">
                <a16:creationId xmlns:a16="http://schemas.microsoft.com/office/drawing/2014/main" id="{078A111F-AA2B-4709-61BD-0AF135790077}"/>
              </a:ext>
            </a:extLst>
          </p:cNvPr>
          <p:cNvSpPr/>
          <p:nvPr/>
        </p:nvSpPr>
        <p:spPr>
          <a:xfrm rot="5400000">
            <a:off x="10080172" y="4470778"/>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712FC12D-9A02-CAC4-76CE-381251E6E775}"/>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Variable =&gt; Rechnen</a:t>
            </a:r>
          </a:p>
        </p:txBody>
      </p:sp>
      <p:sp>
        <p:nvSpPr>
          <p:cNvPr id="11" name="Textfeld 10">
            <a:extLst>
              <a:ext uri="{FF2B5EF4-FFF2-40B4-BE49-F238E27FC236}">
                <a16:creationId xmlns:a16="http://schemas.microsoft.com/office/drawing/2014/main" id="{58D8A1B7-E36F-0C2F-7AA1-3BD6457F744C}"/>
              </a:ext>
            </a:extLst>
          </p:cNvPr>
          <p:cNvSpPr txBox="1"/>
          <p:nvPr/>
        </p:nvSpPr>
        <p:spPr>
          <a:xfrm>
            <a:off x="328494" y="1961930"/>
            <a:ext cx="8779005" cy="1323439"/>
          </a:xfrm>
          <a:prstGeom prst="rect">
            <a:avLst/>
          </a:prstGeom>
          <a:noFill/>
        </p:spPr>
        <p:txBody>
          <a:bodyPr wrap="square" rtlCol="0">
            <a:spAutoFit/>
          </a:bodyPr>
          <a:lstStyle/>
          <a:p>
            <a:r>
              <a:rPr lang="de-DE" sz="4000" dirty="0"/>
              <a:t>A=5</a:t>
            </a:r>
          </a:p>
          <a:p>
            <a:r>
              <a:rPr lang="de-DE" sz="4000" dirty="0"/>
              <a:t>Summe=3*A</a:t>
            </a:r>
          </a:p>
        </p:txBody>
      </p:sp>
      <p:sp>
        <p:nvSpPr>
          <p:cNvPr id="15" name="Rechteck 14">
            <a:extLst>
              <a:ext uri="{FF2B5EF4-FFF2-40B4-BE49-F238E27FC236}">
                <a16:creationId xmlns:a16="http://schemas.microsoft.com/office/drawing/2014/main" id="{531E3024-3667-0325-D76D-734112D5DF7C}"/>
              </a:ext>
            </a:extLst>
          </p:cNvPr>
          <p:cNvSpPr/>
          <p:nvPr/>
        </p:nvSpPr>
        <p:spPr>
          <a:xfrm>
            <a:off x="5506251" y="4039141"/>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DD5F3161-177D-EE5F-CD67-DF22DFB435CF}"/>
              </a:ext>
            </a:extLst>
          </p:cNvPr>
          <p:cNvSpPr/>
          <p:nvPr/>
        </p:nvSpPr>
        <p:spPr>
          <a:xfrm>
            <a:off x="5840506" y="4046825"/>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3613730F-67BC-29E2-F78A-98F43410C0D5}"/>
              </a:ext>
            </a:extLst>
          </p:cNvPr>
          <p:cNvSpPr/>
          <p:nvPr/>
        </p:nvSpPr>
        <p:spPr>
          <a:xfrm>
            <a:off x="10280598" y="4150010"/>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6D78295C-887A-225C-BA04-295B91106DC2}"/>
              </a:ext>
            </a:extLst>
          </p:cNvPr>
          <p:cNvSpPr/>
          <p:nvPr/>
        </p:nvSpPr>
        <p:spPr>
          <a:xfrm>
            <a:off x="10614853" y="4157694"/>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0A1DBE89-1984-5114-DCA6-4E646842149F}"/>
              </a:ext>
            </a:extLst>
          </p:cNvPr>
          <p:cNvSpPr txBox="1"/>
          <p:nvPr/>
        </p:nvSpPr>
        <p:spPr>
          <a:xfrm>
            <a:off x="6134098" y="4703894"/>
            <a:ext cx="1857297" cy="923330"/>
          </a:xfrm>
          <a:prstGeom prst="rect">
            <a:avLst/>
          </a:prstGeom>
          <a:noFill/>
        </p:spPr>
        <p:txBody>
          <a:bodyPr wrap="square" rtlCol="0">
            <a:spAutoFit/>
          </a:bodyPr>
          <a:lstStyle/>
          <a:p>
            <a:r>
              <a:rPr lang="de-DE" sz="5400" dirty="0"/>
              <a:t>3*5=</a:t>
            </a:r>
          </a:p>
        </p:txBody>
      </p:sp>
      <p:sp>
        <p:nvSpPr>
          <p:cNvPr id="20" name="Rechteck 19">
            <a:extLst>
              <a:ext uri="{FF2B5EF4-FFF2-40B4-BE49-F238E27FC236}">
                <a16:creationId xmlns:a16="http://schemas.microsoft.com/office/drawing/2014/main" id="{6E669B0B-6EB2-1DD2-20A7-C0D478BCC871}"/>
              </a:ext>
            </a:extLst>
          </p:cNvPr>
          <p:cNvSpPr/>
          <p:nvPr/>
        </p:nvSpPr>
        <p:spPr>
          <a:xfrm>
            <a:off x="4869113" y="4295964"/>
            <a:ext cx="475132" cy="166684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a:t>f</a:t>
            </a:r>
          </a:p>
        </p:txBody>
      </p:sp>
      <p:sp>
        <p:nvSpPr>
          <p:cNvPr id="21" name="Geschweifte Klammer links 20">
            <a:extLst>
              <a:ext uri="{FF2B5EF4-FFF2-40B4-BE49-F238E27FC236}">
                <a16:creationId xmlns:a16="http://schemas.microsoft.com/office/drawing/2014/main" id="{C341D72F-3EBD-FA3F-DCCF-9A41C32620DC}"/>
              </a:ext>
            </a:extLst>
          </p:cNvPr>
          <p:cNvSpPr/>
          <p:nvPr/>
        </p:nvSpPr>
        <p:spPr>
          <a:xfrm>
            <a:off x="8075920" y="4611561"/>
            <a:ext cx="461042" cy="1015663"/>
          </a:xfrm>
          <a:prstGeom prst="leftBrace">
            <a:avLst/>
          </a:prstGeom>
          <a:ln w="57150"/>
        </p:spPr>
        <p:style>
          <a:lnRef idx="2">
            <a:schemeClr val="accent2"/>
          </a:lnRef>
          <a:fillRef idx="0">
            <a:schemeClr val="accent2"/>
          </a:fillRef>
          <a:effectRef idx="1">
            <a:schemeClr val="accent2"/>
          </a:effectRef>
          <a:fontRef idx="minor">
            <a:schemeClr val="tx1"/>
          </a:fontRef>
        </p:style>
        <p:txBody>
          <a:bodyPr rtlCol="0" anchor="ctr"/>
          <a:lstStyle/>
          <a:p>
            <a:pPr algn="ctr"/>
            <a:endParaRPr lang="de-DE"/>
          </a:p>
        </p:txBody>
      </p:sp>
      <p:sp>
        <p:nvSpPr>
          <p:cNvPr id="23" name="Textfeld 22">
            <a:extLst>
              <a:ext uri="{FF2B5EF4-FFF2-40B4-BE49-F238E27FC236}">
                <a16:creationId xmlns:a16="http://schemas.microsoft.com/office/drawing/2014/main" id="{527AD937-DFF2-BEBA-3DE9-88305D231FDE}"/>
              </a:ext>
            </a:extLst>
          </p:cNvPr>
          <p:cNvSpPr txBox="1"/>
          <p:nvPr/>
        </p:nvSpPr>
        <p:spPr>
          <a:xfrm>
            <a:off x="8412092" y="4851799"/>
            <a:ext cx="1578271" cy="523220"/>
          </a:xfrm>
          <a:prstGeom prst="rect">
            <a:avLst/>
          </a:prstGeom>
          <a:noFill/>
        </p:spPr>
        <p:txBody>
          <a:bodyPr wrap="square">
            <a:spAutoFit/>
          </a:bodyPr>
          <a:lstStyle/>
          <a:p>
            <a:r>
              <a:rPr lang="de-DE" sz="2800" dirty="0"/>
              <a:t>Summe</a:t>
            </a:r>
            <a:endParaRPr lang="de-DE" sz="2800" b="1" dirty="0"/>
          </a:p>
        </p:txBody>
      </p:sp>
      <p:sp>
        <p:nvSpPr>
          <p:cNvPr id="24" name="Geschweifte Klammer links 23">
            <a:extLst>
              <a:ext uri="{FF2B5EF4-FFF2-40B4-BE49-F238E27FC236}">
                <a16:creationId xmlns:a16="http://schemas.microsoft.com/office/drawing/2014/main" id="{DCEBCFAF-5E46-6C6B-A8F7-2E2B02F75690}"/>
              </a:ext>
            </a:extLst>
          </p:cNvPr>
          <p:cNvSpPr/>
          <p:nvPr/>
        </p:nvSpPr>
        <p:spPr>
          <a:xfrm rot="10800000">
            <a:off x="9819556" y="4584707"/>
            <a:ext cx="461042" cy="1015663"/>
          </a:xfrm>
          <a:prstGeom prst="leftBrace">
            <a:avLst/>
          </a:prstGeom>
          <a:ln w="57150"/>
        </p:spPr>
        <p:style>
          <a:lnRef idx="2">
            <a:schemeClr val="accent2"/>
          </a:lnRef>
          <a:fillRef idx="0">
            <a:schemeClr val="accent2"/>
          </a:fillRef>
          <a:effectRef idx="1">
            <a:schemeClr val="accent2"/>
          </a:effectRef>
          <a:fontRef idx="minor">
            <a:schemeClr val="tx1"/>
          </a:fontRef>
        </p:style>
        <p:txBody>
          <a:bodyPr rtlCol="0" anchor="ctr"/>
          <a:lstStyle/>
          <a:p>
            <a:pPr algn="ctr"/>
            <a:endParaRPr lang="de-DE"/>
          </a:p>
        </p:txBody>
      </p:sp>
      <p:sp>
        <p:nvSpPr>
          <p:cNvPr id="33" name="Freihandform: Form 32">
            <a:extLst>
              <a:ext uri="{FF2B5EF4-FFF2-40B4-BE49-F238E27FC236}">
                <a16:creationId xmlns:a16="http://schemas.microsoft.com/office/drawing/2014/main" id="{25EEF673-6777-DB27-ADE2-F3B6B6B9B70F}"/>
              </a:ext>
            </a:extLst>
          </p:cNvPr>
          <p:cNvSpPr/>
          <p:nvPr/>
        </p:nvSpPr>
        <p:spPr>
          <a:xfrm>
            <a:off x="1726985" y="3350241"/>
            <a:ext cx="6809977" cy="1605963"/>
          </a:xfrm>
          <a:custGeom>
            <a:avLst/>
            <a:gdLst>
              <a:gd name="connsiteX0" fmla="*/ 0 w 5086830"/>
              <a:gd name="connsiteY0" fmla="*/ 180430 h 1678817"/>
              <a:gd name="connsiteX1" fmla="*/ 3503920 w 5086830"/>
              <a:gd name="connsiteY1" fmla="*/ 134326 h 1678817"/>
              <a:gd name="connsiteX2" fmla="*/ 5086830 w 5086830"/>
              <a:gd name="connsiteY2" fmla="*/ 1678817 h 1678817"/>
              <a:gd name="connsiteX0" fmla="*/ 0 w 5086830"/>
              <a:gd name="connsiteY0" fmla="*/ 36271 h 1534658"/>
              <a:gd name="connsiteX1" fmla="*/ 2543415 w 5086830"/>
              <a:gd name="connsiteY1" fmla="*/ 474261 h 1534658"/>
              <a:gd name="connsiteX2" fmla="*/ 5086830 w 5086830"/>
              <a:gd name="connsiteY2" fmla="*/ 1534658 h 1534658"/>
              <a:gd name="connsiteX0" fmla="*/ 0 w 4395267"/>
              <a:gd name="connsiteY0" fmla="*/ 39461 h 1499427"/>
              <a:gd name="connsiteX1" fmla="*/ 1851852 w 4395267"/>
              <a:gd name="connsiteY1" fmla="*/ 439030 h 1499427"/>
              <a:gd name="connsiteX2" fmla="*/ 4395267 w 4395267"/>
              <a:gd name="connsiteY2" fmla="*/ 1499427 h 1499427"/>
              <a:gd name="connsiteX0" fmla="*/ 0 w 4395267"/>
              <a:gd name="connsiteY0" fmla="*/ 0 h 1459966"/>
              <a:gd name="connsiteX1" fmla="*/ 1851852 w 4395267"/>
              <a:gd name="connsiteY1" fmla="*/ 399569 h 1459966"/>
              <a:gd name="connsiteX2" fmla="*/ 4395267 w 4395267"/>
              <a:gd name="connsiteY2" fmla="*/ 1459966 h 1459966"/>
              <a:gd name="connsiteX0" fmla="*/ 0 w 4549910"/>
              <a:gd name="connsiteY0" fmla="*/ 0 h 1459966"/>
              <a:gd name="connsiteX1" fmla="*/ 4187799 w 4549910"/>
              <a:gd name="connsiteY1" fmla="*/ 92208 h 1459966"/>
              <a:gd name="connsiteX2" fmla="*/ 4395267 w 4549910"/>
              <a:gd name="connsiteY2" fmla="*/ 1459966 h 1459966"/>
              <a:gd name="connsiteX0" fmla="*/ 0 w 5970494"/>
              <a:gd name="connsiteY0" fmla="*/ 0 h 1605963"/>
              <a:gd name="connsiteX1" fmla="*/ 4187799 w 5970494"/>
              <a:gd name="connsiteY1" fmla="*/ 92208 h 1605963"/>
              <a:gd name="connsiteX2" fmla="*/ 5970494 w 5970494"/>
              <a:gd name="connsiteY2" fmla="*/ 1605963 h 1605963"/>
              <a:gd name="connsiteX0" fmla="*/ 0 w 5970494"/>
              <a:gd name="connsiteY0" fmla="*/ 0 h 1605963"/>
              <a:gd name="connsiteX1" fmla="*/ 4187799 w 5970494"/>
              <a:gd name="connsiteY1" fmla="*/ 92208 h 1605963"/>
              <a:gd name="connsiteX2" fmla="*/ 5970494 w 5970494"/>
              <a:gd name="connsiteY2" fmla="*/ 1605963 h 1605963"/>
              <a:gd name="connsiteX0" fmla="*/ 0 w 5970494"/>
              <a:gd name="connsiteY0" fmla="*/ 0 h 1605963"/>
              <a:gd name="connsiteX1" fmla="*/ 4187799 w 5970494"/>
              <a:gd name="connsiteY1" fmla="*/ 92208 h 1605963"/>
              <a:gd name="connsiteX2" fmla="*/ 5970494 w 5970494"/>
              <a:gd name="connsiteY2" fmla="*/ 1605963 h 1605963"/>
              <a:gd name="connsiteX0" fmla="*/ 0 w 5970494"/>
              <a:gd name="connsiteY0" fmla="*/ 0 h 1605963"/>
              <a:gd name="connsiteX1" fmla="*/ 4072538 w 5970494"/>
              <a:gd name="connsiteY1" fmla="*/ 330413 h 1605963"/>
              <a:gd name="connsiteX2" fmla="*/ 5970494 w 5970494"/>
              <a:gd name="connsiteY2" fmla="*/ 1605963 h 1605963"/>
              <a:gd name="connsiteX0" fmla="*/ 0 w 5970494"/>
              <a:gd name="connsiteY0" fmla="*/ 0 h 1605963"/>
              <a:gd name="connsiteX1" fmla="*/ 4072538 w 5970494"/>
              <a:gd name="connsiteY1" fmla="*/ 330413 h 1605963"/>
              <a:gd name="connsiteX2" fmla="*/ 5970494 w 5970494"/>
              <a:gd name="connsiteY2" fmla="*/ 1605963 h 1605963"/>
            </a:gdLst>
            <a:ahLst/>
            <a:cxnLst>
              <a:cxn ang="0">
                <a:pos x="connsiteX0" y="connsiteY0"/>
              </a:cxn>
              <a:cxn ang="0">
                <a:pos x="connsiteX1" y="connsiteY1"/>
              </a:cxn>
              <a:cxn ang="0">
                <a:pos x="connsiteX2" y="connsiteY2"/>
              </a:cxn>
            </a:cxnLst>
            <a:rect l="l" t="t" r="r" b="b"/>
            <a:pathLst>
              <a:path w="5970494" h="1605963">
                <a:moveTo>
                  <a:pt x="0" y="0"/>
                </a:moveTo>
                <a:cubicBezTo>
                  <a:pt x="867015" y="989319"/>
                  <a:pt x="2809795" y="526356"/>
                  <a:pt x="4072538" y="330413"/>
                </a:cubicBezTo>
                <a:cubicBezTo>
                  <a:pt x="5189284" y="103734"/>
                  <a:pt x="5807849" y="-297116"/>
                  <a:pt x="5970494" y="1605963"/>
                </a:cubicBezTo>
              </a:path>
            </a:pathLst>
          </a:custGeom>
          <a:noFill/>
          <a:ln w="762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296275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72EE7-B30A-85CC-A2A6-D0E9088E7367}"/>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E3FE129E-56FC-269F-B6C4-53D149D10B3A}"/>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296339A5-D7B2-C9C1-51F0-3A1C9E74B1F5}"/>
              </a:ext>
            </a:extLst>
          </p:cNvPr>
          <p:cNvSpPr/>
          <p:nvPr/>
        </p:nvSpPr>
        <p:spPr>
          <a:xfrm>
            <a:off x="3795914" y="2923776"/>
            <a:ext cx="3204242" cy="99124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input</a:t>
            </a:r>
            <a:endParaRPr lang="de-DE" sz="5400" dirty="0"/>
          </a:p>
        </p:txBody>
      </p:sp>
      <p:sp>
        <p:nvSpPr>
          <p:cNvPr id="4" name="Halbbogen 3">
            <a:extLst>
              <a:ext uri="{FF2B5EF4-FFF2-40B4-BE49-F238E27FC236}">
                <a16:creationId xmlns:a16="http://schemas.microsoft.com/office/drawing/2014/main" id="{9D7DD116-6B2A-B9BD-AA87-2E4D6B796E42}"/>
              </a:ext>
            </a:extLst>
          </p:cNvPr>
          <p:cNvSpPr/>
          <p:nvPr/>
        </p:nvSpPr>
        <p:spPr>
          <a:xfrm rot="16200000">
            <a:off x="6930998" y="2768174"/>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5" name="Halbbogen 4">
            <a:extLst>
              <a:ext uri="{FF2B5EF4-FFF2-40B4-BE49-F238E27FC236}">
                <a16:creationId xmlns:a16="http://schemas.microsoft.com/office/drawing/2014/main" id="{2713E19B-DBBF-E63D-CD7E-3B244369601D}"/>
              </a:ext>
            </a:extLst>
          </p:cNvPr>
          <p:cNvSpPr/>
          <p:nvPr/>
        </p:nvSpPr>
        <p:spPr>
          <a:xfrm rot="5400000">
            <a:off x="10034069" y="2768173"/>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6B637092-AFA8-C10F-2D0F-C4641241C963}"/>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Eingabe</a:t>
            </a:r>
          </a:p>
        </p:txBody>
      </p:sp>
      <p:sp>
        <p:nvSpPr>
          <p:cNvPr id="15" name="Rechteck 14">
            <a:extLst>
              <a:ext uri="{FF2B5EF4-FFF2-40B4-BE49-F238E27FC236}">
                <a16:creationId xmlns:a16="http://schemas.microsoft.com/office/drawing/2014/main" id="{92C990AE-CDF7-5605-E614-F12D885921F6}"/>
              </a:ext>
            </a:extLst>
          </p:cNvPr>
          <p:cNvSpPr/>
          <p:nvPr/>
        </p:nvSpPr>
        <p:spPr>
          <a:xfrm>
            <a:off x="8134191" y="2439721"/>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410F4082-C600-1CF1-0043-F017997DACD2}"/>
              </a:ext>
            </a:extLst>
          </p:cNvPr>
          <p:cNvSpPr/>
          <p:nvPr/>
        </p:nvSpPr>
        <p:spPr>
          <a:xfrm>
            <a:off x="8468446" y="2447405"/>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BE21EF74-42A0-1BC1-930F-A59E1F868872}"/>
              </a:ext>
            </a:extLst>
          </p:cNvPr>
          <p:cNvSpPr/>
          <p:nvPr/>
        </p:nvSpPr>
        <p:spPr>
          <a:xfrm>
            <a:off x="10234495" y="2447405"/>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48DBE1B3-06CE-A928-D5A5-2F9BE31B32CC}"/>
              </a:ext>
            </a:extLst>
          </p:cNvPr>
          <p:cNvSpPr/>
          <p:nvPr/>
        </p:nvSpPr>
        <p:spPr>
          <a:xfrm>
            <a:off x="10568750" y="2455089"/>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325EB9A8-59D0-70E5-7684-E2B500BE3B56}"/>
              </a:ext>
            </a:extLst>
          </p:cNvPr>
          <p:cNvSpPr txBox="1"/>
          <p:nvPr/>
        </p:nvSpPr>
        <p:spPr>
          <a:xfrm>
            <a:off x="8762038" y="3104474"/>
            <a:ext cx="1857297" cy="923330"/>
          </a:xfrm>
          <a:prstGeom prst="rect">
            <a:avLst/>
          </a:prstGeom>
          <a:noFill/>
        </p:spPr>
        <p:txBody>
          <a:bodyPr wrap="square" rtlCol="0">
            <a:spAutoFit/>
          </a:bodyPr>
          <a:lstStyle/>
          <a:p>
            <a:r>
              <a:rPr lang="de-DE" sz="5400" dirty="0"/>
              <a:t>Frage</a:t>
            </a:r>
          </a:p>
        </p:txBody>
      </p:sp>
      <p:sp>
        <p:nvSpPr>
          <p:cNvPr id="6" name="Textfeld 5">
            <a:extLst>
              <a:ext uri="{FF2B5EF4-FFF2-40B4-BE49-F238E27FC236}">
                <a16:creationId xmlns:a16="http://schemas.microsoft.com/office/drawing/2014/main" id="{A593C1E7-BB0A-DB39-A810-56FAFE177D4F}"/>
              </a:ext>
            </a:extLst>
          </p:cNvPr>
          <p:cNvSpPr txBox="1"/>
          <p:nvPr/>
        </p:nvSpPr>
        <p:spPr>
          <a:xfrm>
            <a:off x="482174" y="2885906"/>
            <a:ext cx="3574995" cy="1015663"/>
          </a:xfrm>
          <a:prstGeom prst="rect">
            <a:avLst/>
          </a:prstGeom>
          <a:noFill/>
        </p:spPr>
        <p:txBody>
          <a:bodyPr wrap="square" rtlCol="0">
            <a:spAutoFit/>
          </a:bodyPr>
          <a:lstStyle/>
          <a:p>
            <a:r>
              <a:rPr lang="de-DE" sz="6000" dirty="0"/>
              <a:t>Variable=</a:t>
            </a:r>
          </a:p>
        </p:txBody>
      </p:sp>
    </p:spTree>
    <p:extLst>
      <p:ext uri="{BB962C8B-B14F-4D97-AF65-F5344CB8AC3E}">
        <p14:creationId xmlns:p14="http://schemas.microsoft.com/office/powerpoint/2010/main" val="2806146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FC5B6-2BC8-5F44-F4C2-BFBEDE721642}"/>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59A20EEC-C70B-811E-553D-82EE42AB25F2}"/>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9E7A5F27-19D4-978D-D944-1724900315BF}"/>
              </a:ext>
            </a:extLst>
          </p:cNvPr>
          <p:cNvSpPr/>
          <p:nvPr/>
        </p:nvSpPr>
        <p:spPr>
          <a:xfrm>
            <a:off x="3073938" y="2915584"/>
            <a:ext cx="3204242" cy="75458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input</a:t>
            </a:r>
            <a:endParaRPr lang="de-DE" sz="5400" dirty="0"/>
          </a:p>
        </p:txBody>
      </p:sp>
      <p:sp>
        <p:nvSpPr>
          <p:cNvPr id="4" name="Halbbogen 3">
            <a:extLst>
              <a:ext uri="{FF2B5EF4-FFF2-40B4-BE49-F238E27FC236}">
                <a16:creationId xmlns:a16="http://schemas.microsoft.com/office/drawing/2014/main" id="{F062A1D8-8252-AE15-B3F1-C055E40A9E72}"/>
              </a:ext>
            </a:extLst>
          </p:cNvPr>
          <p:cNvSpPr/>
          <p:nvPr/>
        </p:nvSpPr>
        <p:spPr>
          <a:xfrm rot="16200000">
            <a:off x="6433756" y="2535248"/>
            <a:ext cx="1433119"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5" name="Halbbogen 4">
            <a:extLst>
              <a:ext uri="{FF2B5EF4-FFF2-40B4-BE49-F238E27FC236}">
                <a16:creationId xmlns:a16="http://schemas.microsoft.com/office/drawing/2014/main" id="{5C20FB0A-1279-DD8A-343E-818B6F96B6FE}"/>
              </a:ext>
            </a:extLst>
          </p:cNvPr>
          <p:cNvSpPr/>
          <p:nvPr/>
        </p:nvSpPr>
        <p:spPr>
          <a:xfrm rot="5400000">
            <a:off x="10513017" y="2524183"/>
            <a:ext cx="1433119"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78A4FC87-90E9-7B30-AB71-D612542D7E1D}"/>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Eingabe und Ausgabe</a:t>
            </a:r>
          </a:p>
        </p:txBody>
      </p:sp>
      <p:sp>
        <p:nvSpPr>
          <p:cNvPr id="15" name="Rechteck 14">
            <a:extLst>
              <a:ext uri="{FF2B5EF4-FFF2-40B4-BE49-F238E27FC236}">
                <a16:creationId xmlns:a16="http://schemas.microsoft.com/office/drawing/2014/main" id="{A5C1044C-88C3-A313-444F-F91DDF1E5DF4}"/>
              </a:ext>
            </a:extLst>
          </p:cNvPr>
          <p:cNvSpPr/>
          <p:nvPr/>
        </p:nvSpPr>
        <p:spPr>
          <a:xfrm>
            <a:off x="7412215" y="2431529"/>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C6AFFA07-C9F0-C9B0-4AEC-BE683AD04069}"/>
              </a:ext>
            </a:extLst>
          </p:cNvPr>
          <p:cNvSpPr/>
          <p:nvPr/>
        </p:nvSpPr>
        <p:spPr>
          <a:xfrm>
            <a:off x="7746470" y="2439213"/>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00DA680E-656A-36F9-4902-C6C4E0306AFE}"/>
              </a:ext>
            </a:extLst>
          </p:cNvPr>
          <p:cNvSpPr/>
          <p:nvPr/>
        </p:nvSpPr>
        <p:spPr>
          <a:xfrm>
            <a:off x="10488709" y="2428149"/>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3F7665A7-980C-EA3D-406F-532CBBF2ABA6}"/>
              </a:ext>
            </a:extLst>
          </p:cNvPr>
          <p:cNvSpPr/>
          <p:nvPr/>
        </p:nvSpPr>
        <p:spPr>
          <a:xfrm>
            <a:off x="10822964" y="2435833"/>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672B71BD-F36A-EE80-D2CE-B1CFDF7B7F81}"/>
              </a:ext>
            </a:extLst>
          </p:cNvPr>
          <p:cNvSpPr txBox="1"/>
          <p:nvPr/>
        </p:nvSpPr>
        <p:spPr>
          <a:xfrm>
            <a:off x="7936330" y="2885906"/>
            <a:ext cx="2596884" cy="584775"/>
          </a:xfrm>
          <a:prstGeom prst="rect">
            <a:avLst/>
          </a:prstGeom>
          <a:noFill/>
        </p:spPr>
        <p:txBody>
          <a:bodyPr wrap="square" rtlCol="0">
            <a:spAutoFit/>
          </a:bodyPr>
          <a:lstStyle/>
          <a:p>
            <a:r>
              <a:rPr lang="de-DE" sz="3200" dirty="0"/>
              <a:t>Wie heißt du?</a:t>
            </a:r>
          </a:p>
        </p:txBody>
      </p:sp>
      <p:sp>
        <p:nvSpPr>
          <p:cNvPr id="6" name="Textfeld 5">
            <a:extLst>
              <a:ext uri="{FF2B5EF4-FFF2-40B4-BE49-F238E27FC236}">
                <a16:creationId xmlns:a16="http://schemas.microsoft.com/office/drawing/2014/main" id="{A57D1F0C-B9F7-487C-97C6-62B670C2B492}"/>
              </a:ext>
            </a:extLst>
          </p:cNvPr>
          <p:cNvSpPr txBox="1"/>
          <p:nvPr/>
        </p:nvSpPr>
        <p:spPr>
          <a:xfrm>
            <a:off x="356672" y="2785042"/>
            <a:ext cx="2592080" cy="1015663"/>
          </a:xfrm>
          <a:prstGeom prst="rect">
            <a:avLst/>
          </a:prstGeom>
          <a:noFill/>
        </p:spPr>
        <p:txBody>
          <a:bodyPr wrap="square" rtlCol="0">
            <a:spAutoFit/>
          </a:bodyPr>
          <a:lstStyle/>
          <a:p>
            <a:r>
              <a:rPr lang="de-DE" sz="6000" dirty="0"/>
              <a:t>Name=</a:t>
            </a:r>
          </a:p>
        </p:txBody>
      </p:sp>
      <p:sp>
        <p:nvSpPr>
          <p:cNvPr id="7" name="Rechteck 6">
            <a:extLst>
              <a:ext uri="{FF2B5EF4-FFF2-40B4-BE49-F238E27FC236}">
                <a16:creationId xmlns:a16="http://schemas.microsoft.com/office/drawing/2014/main" id="{FC80EFBD-6907-BC66-3E31-751524D7DA73}"/>
              </a:ext>
            </a:extLst>
          </p:cNvPr>
          <p:cNvSpPr/>
          <p:nvPr/>
        </p:nvSpPr>
        <p:spPr>
          <a:xfrm>
            <a:off x="815151" y="5078640"/>
            <a:ext cx="3204242" cy="99124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print</a:t>
            </a:r>
            <a:endParaRPr lang="de-DE" sz="5400" dirty="0"/>
          </a:p>
        </p:txBody>
      </p:sp>
      <p:sp>
        <p:nvSpPr>
          <p:cNvPr id="8" name="Halbbogen 7">
            <a:extLst>
              <a:ext uri="{FF2B5EF4-FFF2-40B4-BE49-F238E27FC236}">
                <a16:creationId xmlns:a16="http://schemas.microsoft.com/office/drawing/2014/main" id="{1BEC485E-0F42-D2BD-634E-1C9C81FD26B9}"/>
              </a:ext>
            </a:extLst>
          </p:cNvPr>
          <p:cNvSpPr/>
          <p:nvPr/>
        </p:nvSpPr>
        <p:spPr>
          <a:xfrm rot="16200000">
            <a:off x="3950235" y="4923038"/>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9" name="Halbbogen 8">
            <a:extLst>
              <a:ext uri="{FF2B5EF4-FFF2-40B4-BE49-F238E27FC236}">
                <a16:creationId xmlns:a16="http://schemas.microsoft.com/office/drawing/2014/main" id="{8F826847-FE35-055E-733A-C4033A1B7B90}"/>
              </a:ext>
            </a:extLst>
          </p:cNvPr>
          <p:cNvSpPr/>
          <p:nvPr/>
        </p:nvSpPr>
        <p:spPr>
          <a:xfrm rot="5400000">
            <a:off x="10288283" y="4913434"/>
            <a:ext cx="1882588"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10" name="Rechteck 9">
            <a:extLst>
              <a:ext uri="{FF2B5EF4-FFF2-40B4-BE49-F238E27FC236}">
                <a16:creationId xmlns:a16="http://schemas.microsoft.com/office/drawing/2014/main" id="{1BDC70FB-B46F-6016-66CA-3AFAC5E2C58D}"/>
              </a:ext>
            </a:extLst>
          </p:cNvPr>
          <p:cNvSpPr/>
          <p:nvPr/>
        </p:nvSpPr>
        <p:spPr>
          <a:xfrm>
            <a:off x="5714362" y="4481797"/>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73CA6718-8FD3-95D5-6D75-A286B9F4D4EC}"/>
              </a:ext>
            </a:extLst>
          </p:cNvPr>
          <p:cNvSpPr/>
          <p:nvPr/>
        </p:nvSpPr>
        <p:spPr>
          <a:xfrm>
            <a:off x="6048617" y="4489481"/>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821BCA16-04F6-D9DF-3C27-714B9AF181FC}"/>
              </a:ext>
            </a:extLst>
          </p:cNvPr>
          <p:cNvSpPr/>
          <p:nvPr/>
        </p:nvSpPr>
        <p:spPr>
          <a:xfrm>
            <a:off x="10488709" y="4592666"/>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5E588695-2B7D-CF4A-F1EA-8C9145704A72}"/>
              </a:ext>
            </a:extLst>
          </p:cNvPr>
          <p:cNvSpPr/>
          <p:nvPr/>
        </p:nvSpPr>
        <p:spPr>
          <a:xfrm>
            <a:off x="10822964" y="4600350"/>
            <a:ext cx="184417" cy="537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a:extLst>
              <a:ext uri="{FF2B5EF4-FFF2-40B4-BE49-F238E27FC236}">
                <a16:creationId xmlns:a16="http://schemas.microsoft.com/office/drawing/2014/main" id="{F5D6E589-2D13-7F26-5B47-A2922C3253D4}"/>
              </a:ext>
            </a:extLst>
          </p:cNvPr>
          <p:cNvSpPr txBox="1"/>
          <p:nvPr/>
        </p:nvSpPr>
        <p:spPr>
          <a:xfrm>
            <a:off x="6342209" y="5146550"/>
            <a:ext cx="1857297" cy="923330"/>
          </a:xfrm>
          <a:prstGeom prst="rect">
            <a:avLst/>
          </a:prstGeom>
          <a:noFill/>
        </p:spPr>
        <p:txBody>
          <a:bodyPr wrap="square" rtlCol="0">
            <a:spAutoFit/>
          </a:bodyPr>
          <a:lstStyle/>
          <a:p>
            <a:r>
              <a:rPr lang="de-DE" sz="5400" dirty="0"/>
              <a:t>Hallo</a:t>
            </a:r>
          </a:p>
        </p:txBody>
      </p:sp>
      <p:sp>
        <p:nvSpPr>
          <p:cNvPr id="21" name="Rechteck 20">
            <a:extLst>
              <a:ext uri="{FF2B5EF4-FFF2-40B4-BE49-F238E27FC236}">
                <a16:creationId xmlns:a16="http://schemas.microsoft.com/office/drawing/2014/main" id="{08AAC9DC-36C4-16E5-F45C-A283CE595F8C}"/>
              </a:ext>
            </a:extLst>
          </p:cNvPr>
          <p:cNvSpPr/>
          <p:nvPr/>
        </p:nvSpPr>
        <p:spPr>
          <a:xfrm>
            <a:off x="5077224" y="4738620"/>
            <a:ext cx="475132" cy="166684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a:t>f</a:t>
            </a:r>
          </a:p>
        </p:txBody>
      </p:sp>
      <p:sp>
        <p:nvSpPr>
          <p:cNvPr id="22" name="Geschweifte Klammer links 21">
            <a:extLst>
              <a:ext uri="{FF2B5EF4-FFF2-40B4-BE49-F238E27FC236}">
                <a16:creationId xmlns:a16="http://schemas.microsoft.com/office/drawing/2014/main" id="{6C73A8B9-C690-7CA2-27DF-324004C66578}"/>
              </a:ext>
            </a:extLst>
          </p:cNvPr>
          <p:cNvSpPr/>
          <p:nvPr/>
        </p:nvSpPr>
        <p:spPr>
          <a:xfrm>
            <a:off x="8284031" y="5054217"/>
            <a:ext cx="461042" cy="1015663"/>
          </a:xfrm>
          <a:prstGeom prst="leftBrace">
            <a:avLst/>
          </a:prstGeom>
          <a:ln w="57150"/>
        </p:spPr>
        <p:style>
          <a:lnRef idx="2">
            <a:schemeClr val="accent2"/>
          </a:lnRef>
          <a:fillRef idx="0">
            <a:schemeClr val="accent2"/>
          </a:fillRef>
          <a:effectRef idx="1">
            <a:schemeClr val="accent2"/>
          </a:effectRef>
          <a:fontRef idx="minor">
            <a:schemeClr val="tx1"/>
          </a:fontRef>
        </p:style>
        <p:txBody>
          <a:bodyPr rtlCol="0" anchor="ctr"/>
          <a:lstStyle/>
          <a:p>
            <a:pPr algn="ctr"/>
            <a:endParaRPr lang="de-DE"/>
          </a:p>
        </p:txBody>
      </p:sp>
      <p:sp>
        <p:nvSpPr>
          <p:cNvPr id="23" name="Textfeld 22">
            <a:extLst>
              <a:ext uri="{FF2B5EF4-FFF2-40B4-BE49-F238E27FC236}">
                <a16:creationId xmlns:a16="http://schemas.microsoft.com/office/drawing/2014/main" id="{A80A8D1A-2C0A-EE95-5D10-7AF9673C1F54}"/>
              </a:ext>
            </a:extLst>
          </p:cNvPr>
          <p:cNvSpPr txBox="1"/>
          <p:nvPr/>
        </p:nvSpPr>
        <p:spPr>
          <a:xfrm>
            <a:off x="8620203" y="5294455"/>
            <a:ext cx="1578271" cy="523220"/>
          </a:xfrm>
          <a:prstGeom prst="rect">
            <a:avLst/>
          </a:prstGeom>
          <a:noFill/>
        </p:spPr>
        <p:txBody>
          <a:bodyPr wrap="square">
            <a:spAutoFit/>
          </a:bodyPr>
          <a:lstStyle/>
          <a:p>
            <a:r>
              <a:rPr lang="de-DE" sz="2800" dirty="0"/>
              <a:t>Name</a:t>
            </a:r>
            <a:endParaRPr lang="de-DE" sz="2800" b="1" dirty="0"/>
          </a:p>
        </p:txBody>
      </p:sp>
      <p:sp>
        <p:nvSpPr>
          <p:cNvPr id="24" name="Geschweifte Klammer links 23">
            <a:extLst>
              <a:ext uri="{FF2B5EF4-FFF2-40B4-BE49-F238E27FC236}">
                <a16:creationId xmlns:a16="http://schemas.microsoft.com/office/drawing/2014/main" id="{1F4125F8-D7C2-9C71-64D8-D96978CBC42F}"/>
              </a:ext>
            </a:extLst>
          </p:cNvPr>
          <p:cNvSpPr/>
          <p:nvPr/>
        </p:nvSpPr>
        <p:spPr>
          <a:xfrm rot="10800000">
            <a:off x="10027667" y="5027363"/>
            <a:ext cx="461042" cy="1015663"/>
          </a:xfrm>
          <a:prstGeom prst="leftBrace">
            <a:avLst/>
          </a:prstGeom>
          <a:ln w="57150"/>
        </p:spPr>
        <p:style>
          <a:lnRef idx="2">
            <a:schemeClr val="accent2"/>
          </a:lnRef>
          <a:fillRef idx="0">
            <a:schemeClr val="accent2"/>
          </a:fillRef>
          <a:effectRef idx="1">
            <a:schemeClr val="accent2"/>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3403260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2CD2-2B79-8464-A269-2629600C8942}"/>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E97CBDB4-3F28-11D3-11D3-34868AF9FFB5}"/>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A1F81BB2-DBAE-60F1-82D3-C69814470935}"/>
              </a:ext>
            </a:extLst>
          </p:cNvPr>
          <p:cNvSpPr/>
          <p:nvPr/>
        </p:nvSpPr>
        <p:spPr>
          <a:xfrm>
            <a:off x="3073938" y="2915584"/>
            <a:ext cx="3204242" cy="75458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input</a:t>
            </a:r>
            <a:endParaRPr lang="de-DE" sz="5400" dirty="0"/>
          </a:p>
        </p:txBody>
      </p:sp>
      <p:sp>
        <p:nvSpPr>
          <p:cNvPr id="4" name="Halbbogen 3">
            <a:extLst>
              <a:ext uri="{FF2B5EF4-FFF2-40B4-BE49-F238E27FC236}">
                <a16:creationId xmlns:a16="http://schemas.microsoft.com/office/drawing/2014/main" id="{D3106917-8AB6-A730-AB8A-F28530B2EC5D}"/>
              </a:ext>
            </a:extLst>
          </p:cNvPr>
          <p:cNvSpPr/>
          <p:nvPr/>
        </p:nvSpPr>
        <p:spPr>
          <a:xfrm rot="16200000">
            <a:off x="6433756" y="2535248"/>
            <a:ext cx="1433119"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5" name="Halbbogen 4">
            <a:extLst>
              <a:ext uri="{FF2B5EF4-FFF2-40B4-BE49-F238E27FC236}">
                <a16:creationId xmlns:a16="http://schemas.microsoft.com/office/drawing/2014/main" id="{9BD91E4E-BD5B-8A0E-ED1E-7C6114C12F79}"/>
              </a:ext>
            </a:extLst>
          </p:cNvPr>
          <p:cNvSpPr/>
          <p:nvPr/>
        </p:nvSpPr>
        <p:spPr>
          <a:xfrm rot="5400000">
            <a:off x="8797881" y="2527564"/>
            <a:ext cx="1433119"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CFD54D02-F5B4-D875-7D03-D9AFCBEC4932}"/>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Eingabe und Rechnen</a:t>
            </a:r>
          </a:p>
        </p:txBody>
      </p:sp>
      <p:sp>
        <p:nvSpPr>
          <p:cNvPr id="15" name="Rechteck 14">
            <a:extLst>
              <a:ext uri="{FF2B5EF4-FFF2-40B4-BE49-F238E27FC236}">
                <a16:creationId xmlns:a16="http://schemas.microsoft.com/office/drawing/2014/main" id="{82651F33-8BFD-B992-F9D8-2A2DD835103A}"/>
              </a:ext>
            </a:extLst>
          </p:cNvPr>
          <p:cNvSpPr/>
          <p:nvPr/>
        </p:nvSpPr>
        <p:spPr>
          <a:xfrm>
            <a:off x="7412215" y="2431529"/>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986B78CE-4188-0E7D-D279-A6A900F43816}"/>
              </a:ext>
            </a:extLst>
          </p:cNvPr>
          <p:cNvSpPr/>
          <p:nvPr/>
        </p:nvSpPr>
        <p:spPr>
          <a:xfrm>
            <a:off x="7746470" y="2439213"/>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78434CC1-B4D7-AC8C-7EC0-97EA73B1C044}"/>
              </a:ext>
            </a:extLst>
          </p:cNvPr>
          <p:cNvSpPr/>
          <p:nvPr/>
        </p:nvSpPr>
        <p:spPr>
          <a:xfrm>
            <a:off x="8773573" y="2431530"/>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DC497A7F-98A4-8DF0-3B9F-9B4330AD10ED}"/>
              </a:ext>
            </a:extLst>
          </p:cNvPr>
          <p:cNvSpPr/>
          <p:nvPr/>
        </p:nvSpPr>
        <p:spPr>
          <a:xfrm>
            <a:off x="9107828" y="2439214"/>
            <a:ext cx="184417" cy="4094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68CFB43A-0229-50EB-4AA2-595492CD95BD}"/>
              </a:ext>
            </a:extLst>
          </p:cNvPr>
          <p:cNvSpPr txBox="1"/>
          <p:nvPr/>
        </p:nvSpPr>
        <p:spPr>
          <a:xfrm>
            <a:off x="7936330" y="2885906"/>
            <a:ext cx="2596884" cy="584775"/>
          </a:xfrm>
          <a:prstGeom prst="rect">
            <a:avLst/>
          </a:prstGeom>
          <a:noFill/>
        </p:spPr>
        <p:txBody>
          <a:bodyPr wrap="square" rtlCol="0">
            <a:spAutoFit/>
          </a:bodyPr>
          <a:lstStyle/>
          <a:p>
            <a:r>
              <a:rPr lang="de-DE" sz="3200" dirty="0"/>
              <a:t>Zahl</a:t>
            </a:r>
          </a:p>
        </p:txBody>
      </p:sp>
      <p:sp>
        <p:nvSpPr>
          <p:cNvPr id="6" name="Textfeld 5">
            <a:extLst>
              <a:ext uri="{FF2B5EF4-FFF2-40B4-BE49-F238E27FC236}">
                <a16:creationId xmlns:a16="http://schemas.microsoft.com/office/drawing/2014/main" id="{B6054F31-4898-928A-5C72-06502967BD72}"/>
              </a:ext>
            </a:extLst>
          </p:cNvPr>
          <p:cNvSpPr txBox="1"/>
          <p:nvPr/>
        </p:nvSpPr>
        <p:spPr>
          <a:xfrm>
            <a:off x="356672" y="2785042"/>
            <a:ext cx="2592080" cy="769441"/>
          </a:xfrm>
          <a:prstGeom prst="rect">
            <a:avLst/>
          </a:prstGeom>
          <a:noFill/>
        </p:spPr>
        <p:txBody>
          <a:bodyPr wrap="square" rtlCol="0">
            <a:spAutoFit/>
          </a:bodyPr>
          <a:lstStyle/>
          <a:p>
            <a:r>
              <a:rPr lang="de-DE" sz="4400" dirty="0" err="1"/>
              <a:t>ZahlText</a:t>
            </a:r>
            <a:r>
              <a:rPr lang="de-DE" sz="4400" dirty="0"/>
              <a:t> =</a:t>
            </a:r>
          </a:p>
        </p:txBody>
      </p:sp>
      <p:sp>
        <p:nvSpPr>
          <p:cNvPr id="25" name="Textfeld 24">
            <a:extLst>
              <a:ext uri="{FF2B5EF4-FFF2-40B4-BE49-F238E27FC236}">
                <a16:creationId xmlns:a16="http://schemas.microsoft.com/office/drawing/2014/main" id="{3C6DBF3F-1640-C53C-9623-34965F7E5280}"/>
              </a:ext>
            </a:extLst>
          </p:cNvPr>
          <p:cNvSpPr txBox="1"/>
          <p:nvPr/>
        </p:nvSpPr>
        <p:spPr>
          <a:xfrm>
            <a:off x="733189" y="5342546"/>
            <a:ext cx="1694965" cy="769441"/>
          </a:xfrm>
          <a:prstGeom prst="rect">
            <a:avLst/>
          </a:prstGeom>
          <a:noFill/>
        </p:spPr>
        <p:txBody>
          <a:bodyPr wrap="square" rtlCol="0">
            <a:spAutoFit/>
          </a:bodyPr>
          <a:lstStyle/>
          <a:p>
            <a:r>
              <a:rPr lang="de-DE" sz="4400" dirty="0"/>
              <a:t>Zahl =</a:t>
            </a:r>
          </a:p>
        </p:txBody>
      </p:sp>
      <p:sp>
        <p:nvSpPr>
          <p:cNvPr id="26" name="Rechteck 25">
            <a:extLst>
              <a:ext uri="{FF2B5EF4-FFF2-40B4-BE49-F238E27FC236}">
                <a16:creationId xmlns:a16="http://schemas.microsoft.com/office/drawing/2014/main" id="{B311F27A-F6DB-E1CF-A841-916E0302C5BB}"/>
              </a:ext>
            </a:extLst>
          </p:cNvPr>
          <p:cNvSpPr/>
          <p:nvPr/>
        </p:nvSpPr>
        <p:spPr>
          <a:xfrm>
            <a:off x="2488671" y="5342546"/>
            <a:ext cx="3204242" cy="75458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int</a:t>
            </a:r>
            <a:endParaRPr lang="de-DE" sz="5400" dirty="0"/>
          </a:p>
        </p:txBody>
      </p:sp>
      <p:sp>
        <p:nvSpPr>
          <p:cNvPr id="27" name="Halbbogen 26">
            <a:extLst>
              <a:ext uri="{FF2B5EF4-FFF2-40B4-BE49-F238E27FC236}">
                <a16:creationId xmlns:a16="http://schemas.microsoft.com/office/drawing/2014/main" id="{E3A23245-9F42-263F-AE39-7DE180223E04}"/>
              </a:ext>
            </a:extLst>
          </p:cNvPr>
          <p:cNvSpPr/>
          <p:nvPr/>
        </p:nvSpPr>
        <p:spPr>
          <a:xfrm rot="16200000">
            <a:off x="5874737" y="5053946"/>
            <a:ext cx="1433119"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28" name="Halbbogen 27">
            <a:extLst>
              <a:ext uri="{FF2B5EF4-FFF2-40B4-BE49-F238E27FC236}">
                <a16:creationId xmlns:a16="http://schemas.microsoft.com/office/drawing/2014/main" id="{8CC387FB-3D09-059E-5603-EBCAB26C45C8}"/>
              </a:ext>
            </a:extLst>
          </p:cNvPr>
          <p:cNvSpPr/>
          <p:nvPr/>
        </p:nvSpPr>
        <p:spPr>
          <a:xfrm rot="5400000">
            <a:off x="8067254" y="5066439"/>
            <a:ext cx="1433119" cy="1321654"/>
          </a:xfrm>
          <a:prstGeom prst="blockArc">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solidFill>
                <a:schemeClr val="tx1"/>
              </a:solidFill>
            </a:endParaRPr>
          </a:p>
        </p:txBody>
      </p:sp>
      <p:sp>
        <p:nvSpPr>
          <p:cNvPr id="29" name="Textfeld 28">
            <a:extLst>
              <a:ext uri="{FF2B5EF4-FFF2-40B4-BE49-F238E27FC236}">
                <a16:creationId xmlns:a16="http://schemas.microsoft.com/office/drawing/2014/main" id="{90B6979C-7DBF-72F3-8421-B38D296C6641}"/>
              </a:ext>
            </a:extLst>
          </p:cNvPr>
          <p:cNvSpPr txBox="1"/>
          <p:nvPr/>
        </p:nvSpPr>
        <p:spPr>
          <a:xfrm>
            <a:off x="6677109" y="5305225"/>
            <a:ext cx="2592080" cy="769441"/>
          </a:xfrm>
          <a:prstGeom prst="rect">
            <a:avLst/>
          </a:prstGeom>
          <a:noFill/>
        </p:spPr>
        <p:txBody>
          <a:bodyPr wrap="square" rtlCol="0">
            <a:spAutoFit/>
          </a:bodyPr>
          <a:lstStyle/>
          <a:p>
            <a:r>
              <a:rPr lang="de-DE" sz="4400" dirty="0" err="1"/>
              <a:t>ZahlText</a:t>
            </a:r>
            <a:endParaRPr lang="de-DE" sz="4400" dirty="0"/>
          </a:p>
        </p:txBody>
      </p:sp>
    </p:spTree>
    <p:extLst>
      <p:ext uri="{BB962C8B-B14F-4D97-AF65-F5344CB8AC3E}">
        <p14:creationId xmlns:p14="http://schemas.microsoft.com/office/powerpoint/2010/main" val="1784463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07CE-F746-C7FD-4E48-043A49AF8892}"/>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821038B9-A4DC-F539-65F7-8388C812B9E1}"/>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7AB435F7-FE2D-1152-3FBB-351E1D9A5779}"/>
              </a:ext>
            </a:extLst>
          </p:cNvPr>
          <p:cNvSpPr/>
          <p:nvPr/>
        </p:nvSpPr>
        <p:spPr>
          <a:xfrm>
            <a:off x="555810" y="2785463"/>
            <a:ext cx="3204242" cy="99124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if</a:t>
            </a:r>
            <a:endParaRPr lang="de-DE" sz="5400" dirty="0"/>
          </a:p>
        </p:txBody>
      </p:sp>
      <p:sp>
        <p:nvSpPr>
          <p:cNvPr id="13" name="Textfeld 12">
            <a:extLst>
              <a:ext uri="{FF2B5EF4-FFF2-40B4-BE49-F238E27FC236}">
                <a16:creationId xmlns:a16="http://schemas.microsoft.com/office/drawing/2014/main" id="{9A1A6D74-6294-95C1-DC9B-1D439A475DA0}"/>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Bedingung</a:t>
            </a:r>
          </a:p>
        </p:txBody>
      </p:sp>
      <p:sp>
        <p:nvSpPr>
          <p:cNvPr id="19" name="Textfeld 18">
            <a:extLst>
              <a:ext uri="{FF2B5EF4-FFF2-40B4-BE49-F238E27FC236}">
                <a16:creationId xmlns:a16="http://schemas.microsoft.com/office/drawing/2014/main" id="{71F89345-02AD-CB27-E14F-694DE8C9F9D7}"/>
              </a:ext>
            </a:extLst>
          </p:cNvPr>
          <p:cNvSpPr txBox="1"/>
          <p:nvPr/>
        </p:nvSpPr>
        <p:spPr>
          <a:xfrm>
            <a:off x="4090146" y="2853373"/>
            <a:ext cx="3716832" cy="923330"/>
          </a:xfrm>
          <a:prstGeom prst="rect">
            <a:avLst/>
          </a:prstGeom>
          <a:noFill/>
        </p:spPr>
        <p:txBody>
          <a:bodyPr wrap="square" rtlCol="0">
            <a:spAutoFit/>
          </a:bodyPr>
          <a:lstStyle/>
          <a:p>
            <a:r>
              <a:rPr lang="de-DE" sz="5400" dirty="0"/>
              <a:t>Bedingung</a:t>
            </a:r>
          </a:p>
        </p:txBody>
      </p:sp>
      <p:sp>
        <p:nvSpPr>
          <p:cNvPr id="7" name="Ellipse 6">
            <a:extLst>
              <a:ext uri="{FF2B5EF4-FFF2-40B4-BE49-F238E27FC236}">
                <a16:creationId xmlns:a16="http://schemas.microsoft.com/office/drawing/2014/main" id="{38DEA066-C114-C616-663E-BCFAC52B83D0}"/>
              </a:ext>
            </a:extLst>
          </p:cNvPr>
          <p:cNvSpPr/>
          <p:nvPr/>
        </p:nvSpPr>
        <p:spPr>
          <a:xfrm>
            <a:off x="7668666" y="2935302"/>
            <a:ext cx="276624" cy="24588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A8A18E90-0736-5758-880D-ECCD80498DEF}"/>
              </a:ext>
            </a:extLst>
          </p:cNvPr>
          <p:cNvSpPr/>
          <p:nvPr/>
        </p:nvSpPr>
        <p:spPr>
          <a:xfrm>
            <a:off x="7668666" y="3356002"/>
            <a:ext cx="276624" cy="24588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p>
        </p:txBody>
      </p:sp>
      <p:sp>
        <p:nvSpPr>
          <p:cNvPr id="9" name="Geschweifte Klammer rechts 8">
            <a:extLst>
              <a:ext uri="{FF2B5EF4-FFF2-40B4-BE49-F238E27FC236}">
                <a16:creationId xmlns:a16="http://schemas.microsoft.com/office/drawing/2014/main" id="{8AD9A347-1D20-1F18-B4FF-8D9AF1942B1F}"/>
              </a:ext>
            </a:extLst>
          </p:cNvPr>
          <p:cNvSpPr/>
          <p:nvPr/>
        </p:nvSpPr>
        <p:spPr>
          <a:xfrm rot="5400000">
            <a:off x="1001483" y="4672147"/>
            <a:ext cx="330414" cy="122176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0" name="Rechteck 9">
            <a:extLst>
              <a:ext uri="{FF2B5EF4-FFF2-40B4-BE49-F238E27FC236}">
                <a16:creationId xmlns:a16="http://schemas.microsoft.com/office/drawing/2014/main" id="{F6AB0378-25AD-BC0F-6169-7191767F5C43}"/>
              </a:ext>
            </a:extLst>
          </p:cNvPr>
          <p:cNvSpPr/>
          <p:nvPr/>
        </p:nvSpPr>
        <p:spPr>
          <a:xfrm>
            <a:off x="1777571" y="3859305"/>
            <a:ext cx="3204242" cy="3968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5400" dirty="0"/>
          </a:p>
        </p:txBody>
      </p:sp>
      <p:sp>
        <p:nvSpPr>
          <p:cNvPr id="12" name="Rechteck 11">
            <a:extLst>
              <a:ext uri="{FF2B5EF4-FFF2-40B4-BE49-F238E27FC236}">
                <a16:creationId xmlns:a16="http://schemas.microsoft.com/office/drawing/2014/main" id="{124B907F-4595-3AFF-94E5-3B9AB7A19ECC}"/>
              </a:ext>
            </a:extLst>
          </p:cNvPr>
          <p:cNvSpPr/>
          <p:nvPr/>
        </p:nvSpPr>
        <p:spPr>
          <a:xfrm>
            <a:off x="1777571" y="4380934"/>
            <a:ext cx="3204242" cy="3968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5400" dirty="0"/>
          </a:p>
        </p:txBody>
      </p:sp>
      <p:sp>
        <p:nvSpPr>
          <p:cNvPr id="14" name="Textfeld 13">
            <a:extLst>
              <a:ext uri="{FF2B5EF4-FFF2-40B4-BE49-F238E27FC236}">
                <a16:creationId xmlns:a16="http://schemas.microsoft.com/office/drawing/2014/main" id="{B2F2BF31-88E2-CEE0-A914-27B5004ACE0B}"/>
              </a:ext>
            </a:extLst>
          </p:cNvPr>
          <p:cNvSpPr txBox="1"/>
          <p:nvPr/>
        </p:nvSpPr>
        <p:spPr>
          <a:xfrm>
            <a:off x="555810" y="5593976"/>
            <a:ext cx="1296042" cy="923330"/>
          </a:xfrm>
          <a:prstGeom prst="rect">
            <a:avLst/>
          </a:prstGeom>
          <a:noFill/>
        </p:spPr>
        <p:txBody>
          <a:bodyPr wrap="square" rtlCol="0">
            <a:spAutoFit/>
          </a:bodyPr>
          <a:lstStyle/>
          <a:p>
            <a:r>
              <a:rPr lang="de-DE" dirty="0"/>
              <a:t>Gleiche Einrückung Tab</a:t>
            </a:r>
          </a:p>
        </p:txBody>
      </p:sp>
    </p:spTree>
    <p:extLst>
      <p:ext uri="{BB962C8B-B14F-4D97-AF65-F5344CB8AC3E}">
        <p14:creationId xmlns:p14="http://schemas.microsoft.com/office/powerpoint/2010/main" val="197856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FC700-4F37-FDE7-F302-7A9A83707BB5}"/>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EC82A8E5-3FB2-25A4-2B5E-DC97A0065B23}"/>
              </a:ext>
            </a:extLst>
          </p:cNvPr>
          <p:cNvSpPr txBox="1"/>
          <p:nvPr/>
        </p:nvSpPr>
        <p:spPr>
          <a:xfrm>
            <a:off x="4717997" y="107576"/>
            <a:ext cx="7107731" cy="707886"/>
          </a:xfrm>
          <a:prstGeom prst="rect">
            <a:avLst/>
          </a:prstGeom>
          <a:noFill/>
        </p:spPr>
        <p:txBody>
          <a:bodyPr wrap="square" rtlCol="0">
            <a:spAutoFit/>
          </a:bodyPr>
          <a:lstStyle/>
          <a:p>
            <a:r>
              <a:rPr lang="de-DE" sz="4000" dirty="0">
                <a:solidFill>
                  <a:schemeClr val="accent6">
                    <a:lumMod val="75000"/>
                  </a:schemeClr>
                </a:solidFill>
              </a:rPr>
              <a:t>THEORIE</a:t>
            </a:r>
          </a:p>
        </p:txBody>
      </p:sp>
      <p:sp>
        <p:nvSpPr>
          <p:cNvPr id="3" name="Rechteck 2">
            <a:extLst>
              <a:ext uri="{FF2B5EF4-FFF2-40B4-BE49-F238E27FC236}">
                <a16:creationId xmlns:a16="http://schemas.microsoft.com/office/drawing/2014/main" id="{4A5AF0D3-7BE8-F58E-7516-0CFB6A3960CA}"/>
              </a:ext>
            </a:extLst>
          </p:cNvPr>
          <p:cNvSpPr/>
          <p:nvPr/>
        </p:nvSpPr>
        <p:spPr>
          <a:xfrm>
            <a:off x="555809" y="2217371"/>
            <a:ext cx="3204242" cy="60279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if</a:t>
            </a:r>
            <a:endParaRPr lang="de-DE" sz="5400" dirty="0"/>
          </a:p>
        </p:txBody>
      </p:sp>
      <p:sp>
        <p:nvSpPr>
          <p:cNvPr id="13" name="Textfeld 12">
            <a:extLst>
              <a:ext uri="{FF2B5EF4-FFF2-40B4-BE49-F238E27FC236}">
                <a16:creationId xmlns:a16="http://schemas.microsoft.com/office/drawing/2014/main" id="{C20E0DCE-C9E4-353B-D7BF-1E11DCD496CC}"/>
              </a:ext>
            </a:extLst>
          </p:cNvPr>
          <p:cNvSpPr txBox="1"/>
          <p:nvPr/>
        </p:nvSpPr>
        <p:spPr>
          <a:xfrm>
            <a:off x="299676" y="1302189"/>
            <a:ext cx="11141849" cy="769441"/>
          </a:xfrm>
          <a:prstGeom prst="rect">
            <a:avLst/>
          </a:prstGeom>
          <a:noFill/>
        </p:spPr>
        <p:txBody>
          <a:bodyPr wrap="square">
            <a:spAutoFit/>
          </a:bodyPr>
          <a:lstStyle/>
          <a:p>
            <a:r>
              <a:rPr lang="de-DE" sz="4400" dirty="0">
                <a:solidFill>
                  <a:schemeClr val="accent6">
                    <a:lumMod val="75000"/>
                  </a:schemeClr>
                </a:solidFill>
              </a:rPr>
              <a:t>Bedingung</a:t>
            </a:r>
          </a:p>
        </p:txBody>
      </p:sp>
      <p:sp>
        <p:nvSpPr>
          <p:cNvPr id="19" name="Textfeld 18">
            <a:extLst>
              <a:ext uri="{FF2B5EF4-FFF2-40B4-BE49-F238E27FC236}">
                <a16:creationId xmlns:a16="http://schemas.microsoft.com/office/drawing/2014/main" id="{85C56359-2340-A302-6F61-25C05FA6EBC7}"/>
              </a:ext>
            </a:extLst>
          </p:cNvPr>
          <p:cNvSpPr txBox="1"/>
          <p:nvPr/>
        </p:nvSpPr>
        <p:spPr>
          <a:xfrm>
            <a:off x="4019709" y="2034156"/>
            <a:ext cx="3716832" cy="923330"/>
          </a:xfrm>
          <a:prstGeom prst="rect">
            <a:avLst/>
          </a:prstGeom>
          <a:noFill/>
        </p:spPr>
        <p:txBody>
          <a:bodyPr wrap="square" rtlCol="0">
            <a:spAutoFit/>
          </a:bodyPr>
          <a:lstStyle/>
          <a:p>
            <a:r>
              <a:rPr lang="de-DE" sz="5400" dirty="0"/>
              <a:t>Bedingung</a:t>
            </a:r>
          </a:p>
        </p:txBody>
      </p:sp>
      <p:sp>
        <p:nvSpPr>
          <p:cNvPr id="7" name="Ellipse 6">
            <a:extLst>
              <a:ext uri="{FF2B5EF4-FFF2-40B4-BE49-F238E27FC236}">
                <a16:creationId xmlns:a16="http://schemas.microsoft.com/office/drawing/2014/main" id="{2780AA8F-391F-3225-6EFD-14D77C607CAE}"/>
              </a:ext>
            </a:extLst>
          </p:cNvPr>
          <p:cNvSpPr/>
          <p:nvPr/>
        </p:nvSpPr>
        <p:spPr>
          <a:xfrm>
            <a:off x="7459917" y="2153578"/>
            <a:ext cx="276624" cy="24588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F946D4F1-F3B5-0235-D7F4-534E88533C40}"/>
              </a:ext>
            </a:extLst>
          </p:cNvPr>
          <p:cNvSpPr/>
          <p:nvPr/>
        </p:nvSpPr>
        <p:spPr>
          <a:xfrm>
            <a:off x="7459917" y="2574278"/>
            <a:ext cx="276624" cy="24588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2A437B04-974E-8B92-A2AA-6DA30BA1DEF5}"/>
              </a:ext>
            </a:extLst>
          </p:cNvPr>
          <p:cNvSpPr/>
          <p:nvPr/>
        </p:nvSpPr>
        <p:spPr>
          <a:xfrm>
            <a:off x="1723782" y="3025393"/>
            <a:ext cx="3204242" cy="3968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5400" dirty="0"/>
          </a:p>
        </p:txBody>
      </p:sp>
      <p:sp>
        <p:nvSpPr>
          <p:cNvPr id="12" name="Rechteck 11">
            <a:extLst>
              <a:ext uri="{FF2B5EF4-FFF2-40B4-BE49-F238E27FC236}">
                <a16:creationId xmlns:a16="http://schemas.microsoft.com/office/drawing/2014/main" id="{2875D3BB-54E1-B928-509B-663D8E481A2F}"/>
              </a:ext>
            </a:extLst>
          </p:cNvPr>
          <p:cNvSpPr/>
          <p:nvPr/>
        </p:nvSpPr>
        <p:spPr>
          <a:xfrm>
            <a:off x="1723782" y="3547022"/>
            <a:ext cx="3204242" cy="3968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5400" dirty="0"/>
          </a:p>
        </p:txBody>
      </p:sp>
      <p:sp>
        <p:nvSpPr>
          <p:cNvPr id="17" name="Rechteck 16">
            <a:extLst>
              <a:ext uri="{FF2B5EF4-FFF2-40B4-BE49-F238E27FC236}">
                <a16:creationId xmlns:a16="http://schemas.microsoft.com/office/drawing/2014/main" id="{90200A36-E733-D9D3-CE48-45692E1B4F30}"/>
              </a:ext>
            </a:extLst>
          </p:cNvPr>
          <p:cNvSpPr/>
          <p:nvPr/>
        </p:nvSpPr>
        <p:spPr>
          <a:xfrm>
            <a:off x="555809" y="4214080"/>
            <a:ext cx="3204242" cy="57307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de-DE" sz="5400" dirty="0" err="1"/>
              <a:t>else</a:t>
            </a:r>
            <a:endParaRPr lang="de-DE" sz="5400" dirty="0"/>
          </a:p>
        </p:txBody>
      </p:sp>
      <p:sp>
        <p:nvSpPr>
          <p:cNvPr id="18" name="Ellipse 17">
            <a:extLst>
              <a:ext uri="{FF2B5EF4-FFF2-40B4-BE49-F238E27FC236}">
                <a16:creationId xmlns:a16="http://schemas.microsoft.com/office/drawing/2014/main" id="{13E681A1-EE98-5440-862F-14F4E541ABAE}"/>
              </a:ext>
            </a:extLst>
          </p:cNvPr>
          <p:cNvSpPr/>
          <p:nvPr/>
        </p:nvSpPr>
        <p:spPr>
          <a:xfrm>
            <a:off x="3954717" y="4175785"/>
            <a:ext cx="276624" cy="24588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C58C35B3-A73F-396B-B8FC-D3804EBA82D9}"/>
              </a:ext>
            </a:extLst>
          </p:cNvPr>
          <p:cNvSpPr/>
          <p:nvPr/>
        </p:nvSpPr>
        <p:spPr>
          <a:xfrm>
            <a:off x="3954717" y="4596485"/>
            <a:ext cx="276624" cy="24588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23BBB7C4-A4DF-ED11-1D55-2B2FF575AC58}"/>
              </a:ext>
            </a:extLst>
          </p:cNvPr>
          <p:cNvSpPr/>
          <p:nvPr/>
        </p:nvSpPr>
        <p:spPr>
          <a:xfrm>
            <a:off x="1661029" y="4929132"/>
            <a:ext cx="3204242" cy="3968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5400" dirty="0"/>
          </a:p>
        </p:txBody>
      </p:sp>
      <p:sp>
        <p:nvSpPr>
          <p:cNvPr id="22" name="Rechteck 21">
            <a:extLst>
              <a:ext uri="{FF2B5EF4-FFF2-40B4-BE49-F238E27FC236}">
                <a16:creationId xmlns:a16="http://schemas.microsoft.com/office/drawing/2014/main" id="{966B06A0-BEB6-D4C4-F0EF-1CACD7E60E0C}"/>
              </a:ext>
            </a:extLst>
          </p:cNvPr>
          <p:cNvSpPr/>
          <p:nvPr/>
        </p:nvSpPr>
        <p:spPr>
          <a:xfrm>
            <a:off x="1661029" y="5450761"/>
            <a:ext cx="3204242" cy="3968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5400" dirty="0"/>
          </a:p>
        </p:txBody>
      </p:sp>
    </p:spTree>
    <p:extLst>
      <p:ext uri="{BB962C8B-B14F-4D97-AF65-F5344CB8AC3E}">
        <p14:creationId xmlns:p14="http://schemas.microsoft.com/office/powerpoint/2010/main" val="2021559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81743F2-DF7E-7354-B089-B0304723E960}"/>
              </a:ext>
            </a:extLst>
          </p:cNvPr>
          <p:cNvSpPr/>
          <p:nvPr/>
        </p:nvSpPr>
        <p:spPr>
          <a:xfrm>
            <a:off x="799139" y="1260182"/>
            <a:ext cx="10557863" cy="205932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7200" dirty="0"/>
              <a:t>LIVE Coding von Carl</a:t>
            </a:r>
          </a:p>
        </p:txBody>
      </p:sp>
      <p:sp>
        <p:nvSpPr>
          <p:cNvPr id="3" name="Rechteck 2">
            <a:extLst>
              <a:ext uri="{FF2B5EF4-FFF2-40B4-BE49-F238E27FC236}">
                <a16:creationId xmlns:a16="http://schemas.microsoft.com/office/drawing/2014/main" id="{A33FB29A-1C88-85BD-D20C-80D2544F6046}"/>
              </a:ext>
            </a:extLst>
          </p:cNvPr>
          <p:cNvSpPr/>
          <p:nvPr/>
        </p:nvSpPr>
        <p:spPr>
          <a:xfrm>
            <a:off x="799138" y="3679372"/>
            <a:ext cx="10557863" cy="205932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de-DE" sz="7200" dirty="0"/>
              <a:t>Danach Aufgabenblatt</a:t>
            </a:r>
          </a:p>
        </p:txBody>
      </p:sp>
    </p:spTree>
    <p:extLst>
      <p:ext uri="{BB962C8B-B14F-4D97-AF65-F5344CB8AC3E}">
        <p14:creationId xmlns:p14="http://schemas.microsoft.com/office/powerpoint/2010/main" val="43044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6481AFCA-8437-C457-D97E-4340A720F844}"/>
              </a:ext>
            </a:extLst>
          </p:cNvPr>
          <p:cNvSpPr txBox="1"/>
          <p:nvPr/>
        </p:nvSpPr>
        <p:spPr>
          <a:xfrm>
            <a:off x="4671892" y="107576"/>
            <a:ext cx="7315200" cy="707886"/>
          </a:xfrm>
          <a:prstGeom prst="rect">
            <a:avLst/>
          </a:prstGeom>
          <a:noFill/>
        </p:spPr>
        <p:txBody>
          <a:bodyPr wrap="square" rtlCol="0">
            <a:spAutoFit/>
          </a:bodyPr>
          <a:lstStyle/>
          <a:p>
            <a:r>
              <a:rPr lang="de-DE" sz="4000" b="1" dirty="0">
                <a:solidFill>
                  <a:srgbClr val="FF0000"/>
                </a:solidFill>
              </a:rPr>
              <a:t>Aufgabe</a:t>
            </a:r>
          </a:p>
        </p:txBody>
      </p:sp>
      <p:sp>
        <p:nvSpPr>
          <p:cNvPr id="3" name="Textfeld 2">
            <a:extLst>
              <a:ext uri="{FF2B5EF4-FFF2-40B4-BE49-F238E27FC236}">
                <a16:creationId xmlns:a16="http://schemas.microsoft.com/office/drawing/2014/main" id="{83D0DDCF-F9B1-B510-CBDF-93B0AC8A8E5F}"/>
              </a:ext>
            </a:extLst>
          </p:cNvPr>
          <p:cNvSpPr txBox="1"/>
          <p:nvPr/>
        </p:nvSpPr>
        <p:spPr>
          <a:xfrm>
            <a:off x="1633268" y="4140679"/>
            <a:ext cx="7602747" cy="1261884"/>
          </a:xfrm>
          <a:prstGeom prst="rect">
            <a:avLst/>
          </a:prstGeom>
          <a:noFill/>
        </p:spPr>
        <p:txBody>
          <a:bodyPr wrap="square" rtlCol="0">
            <a:spAutoFit/>
          </a:bodyPr>
          <a:lstStyle/>
          <a:p>
            <a:r>
              <a:rPr lang="de-DE" sz="4400" dirty="0"/>
              <a:t>Das erste Aufgabenblatt</a:t>
            </a:r>
          </a:p>
          <a:p>
            <a:r>
              <a:rPr lang="de-DE" sz="3200" dirty="0">
                <a:solidFill>
                  <a:schemeClr val="accent6">
                    <a:lumMod val="75000"/>
                  </a:schemeClr>
                </a:solidFill>
              </a:rPr>
              <a:t>Keine Pflicht / Unterricht, sondern Ideen</a:t>
            </a:r>
          </a:p>
        </p:txBody>
      </p:sp>
      <p:sp>
        <p:nvSpPr>
          <p:cNvPr id="4" name="Sprechblase: rechteckig 3">
            <a:extLst>
              <a:ext uri="{FF2B5EF4-FFF2-40B4-BE49-F238E27FC236}">
                <a16:creationId xmlns:a16="http://schemas.microsoft.com/office/drawing/2014/main" id="{F6351614-6F3B-FF3A-6A4F-25ECA4260B82}"/>
              </a:ext>
            </a:extLst>
          </p:cNvPr>
          <p:cNvSpPr/>
          <p:nvPr/>
        </p:nvSpPr>
        <p:spPr>
          <a:xfrm>
            <a:off x="8442385" y="2047336"/>
            <a:ext cx="3749615" cy="1805796"/>
          </a:xfrm>
          <a:prstGeom prst="wedgeRectCallout">
            <a:avLst>
              <a:gd name="adj1" fmla="val -69912"/>
              <a:gd name="adj2" fmla="val 8231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dirty="0"/>
              <a:t>Malkurs Erfahrung: Mal einfach mal etwas…. Keine Ahnung womit man startet….</a:t>
            </a:r>
          </a:p>
        </p:txBody>
      </p:sp>
      <p:sp>
        <p:nvSpPr>
          <p:cNvPr id="5" name="Textfeld 4">
            <a:extLst>
              <a:ext uri="{FF2B5EF4-FFF2-40B4-BE49-F238E27FC236}">
                <a16:creationId xmlns:a16="http://schemas.microsoft.com/office/drawing/2014/main" id="{8ADC1C0F-7C92-4C29-1F4B-4C0AADC50000}"/>
              </a:ext>
            </a:extLst>
          </p:cNvPr>
          <p:cNvSpPr txBox="1"/>
          <p:nvPr/>
        </p:nvSpPr>
        <p:spPr>
          <a:xfrm>
            <a:off x="552091" y="1961072"/>
            <a:ext cx="6492815" cy="769441"/>
          </a:xfrm>
          <a:prstGeom prst="rect">
            <a:avLst/>
          </a:prstGeom>
          <a:noFill/>
        </p:spPr>
        <p:txBody>
          <a:bodyPr wrap="square" rtlCol="0">
            <a:spAutoFit/>
          </a:bodyPr>
          <a:lstStyle/>
          <a:p>
            <a:r>
              <a:rPr lang="de-DE" sz="4400" b="1" dirty="0"/>
              <a:t>+ Python Spickzettel</a:t>
            </a:r>
          </a:p>
        </p:txBody>
      </p:sp>
    </p:spTree>
    <p:extLst>
      <p:ext uri="{BB962C8B-B14F-4D97-AF65-F5344CB8AC3E}">
        <p14:creationId xmlns:p14="http://schemas.microsoft.com/office/powerpoint/2010/main" val="55207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439</Words>
  <Application>Microsoft Office PowerPoint</Application>
  <PresentationFormat>Breitbild</PresentationFormat>
  <Paragraphs>123</Paragraphs>
  <Slides>24</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24</vt:i4>
      </vt:variant>
    </vt:vector>
  </HeadingPairs>
  <TitlesOfParts>
    <vt:vector size="30" baseType="lpstr">
      <vt:lpstr>ADLaM Display</vt:lpstr>
      <vt:lpstr>Aptos</vt:lpstr>
      <vt:lpstr>Aptos Display</vt:lpstr>
      <vt:lpstr>Arial</vt:lpstr>
      <vt:lpstr>Wingdings</vt:lpstr>
      <vt:lpstr>Office</vt:lpstr>
      <vt:lpstr>Computer und Elektronik</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Carl-Philip Wenz</dc:creator>
  <cp:lastModifiedBy>Carl-Philip Wenz</cp:lastModifiedBy>
  <cp:revision>1</cp:revision>
  <dcterms:created xsi:type="dcterms:W3CDTF">2025-10-23T17:44:56Z</dcterms:created>
  <dcterms:modified xsi:type="dcterms:W3CDTF">2025-11-01T16:46:42Z</dcterms:modified>
</cp:coreProperties>
</file>